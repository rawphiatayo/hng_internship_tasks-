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542"/>
    <a:srgbClr val="264E82"/>
    <a:srgbClr val="EFF1F0"/>
    <a:srgbClr val="90BDC0"/>
    <a:srgbClr val="006766"/>
    <a:srgbClr val="BCE6E5"/>
    <a:srgbClr val="EEF8FF"/>
    <a:srgbClr val="F6F7FB"/>
    <a:srgbClr val="2C5EAD"/>
    <a:srgbClr val="E7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E1AF4-D8E8-40EE-B6ED-9DF726A459B5}" v="1" dt="2026-08-04T20:28:0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fiat Muhammad" userId="dc290707746958cf" providerId="LiveId" clId="{90209DFF-2DD7-40EF-A77C-FFBC5ACCE5E7}"/>
    <pc:docChg chg="undo redo custSel addSld delSld modSld sldOrd">
      <pc:chgData name="Rofiat Muhammad" userId="dc290707746958cf" providerId="LiveId" clId="{90209DFF-2DD7-40EF-A77C-FFBC5ACCE5E7}" dt="2026-08-04T20:37:50.033" v="1908" actId="1076"/>
      <pc:docMkLst>
        <pc:docMk/>
      </pc:docMkLst>
      <pc:sldChg chg="addSp delSp modSp mod">
        <pc:chgData name="Rofiat Muhammad" userId="dc290707746958cf" providerId="LiveId" clId="{90209DFF-2DD7-40EF-A77C-FFBC5ACCE5E7}" dt="2026-07-29T11:27:54.655" v="1671" actId="1076"/>
        <pc:sldMkLst>
          <pc:docMk/>
          <pc:sldMk cId="4286132062" sldId="256"/>
        </pc:sldMkLst>
        <pc:spChg chg="add mod">
          <ac:chgData name="Rofiat Muhammad" userId="dc290707746958cf" providerId="LiveId" clId="{90209DFF-2DD7-40EF-A77C-FFBC5ACCE5E7}" dt="2026-07-22T19:30:45.674" v="1252" actId="1076"/>
          <ac:spMkLst>
            <pc:docMk/>
            <pc:sldMk cId="4286132062" sldId="256"/>
            <ac:spMk id="3" creationId="{836C5753-FAE5-00EE-5F1F-96EFA3ACC71B}"/>
          </ac:spMkLst>
        </pc:spChg>
        <pc:spChg chg="mod">
          <ac:chgData name="Rofiat Muhammad" userId="dc290707746958cf" providerId="LiveId" clId="{90209DFF-2DD7-40EF-A77C-FFBC5ACCE5E7}" dt="2026-07-18T17:23:09.644" v="343" actId="1036"/>
          <ac:spMkLst>
            <pc:docMk/>
            <pc:sldMk cId="4286132062" sldId="256"/>
            <ac:spMk id="4" creationId="{D96AC92B-C8A6-289F-F49C-E54E25AC3CB1}"/>
          </ac:spMkLst>
        </pc:spChg>
        <pc:spChg chg="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9" creationId="{999B5164-D55B-0913-E4F9-EFB0246AF9B1}"/>
          </ac:spMkLst>
        </pc:spChg>
        <pc:spChg chg="mod">
          <ac:chgData name="Rofiat Muhammad" userId="dc290707746958cf" providerId="LiveId" clId="{90209DFF-2DD7-40EF-A77C-FFBC5ACCE5E7}" dt="2026-07-19T16:31:58.662" v="1058" actId="408"/>
          <ac:spMkLst>
            <pc:docMk/>
            <pc:sldMk cId="4286132062" sldId="256"/>
            <ac:spMk id="14" creationId="{6A9EA28D-A186-A2AE-62D2-32CBFEFE08E8}"/>
          </ac:spMkLst>
        </pc:spChg>
        <pc:spChg chg="mod">
          <ac:chgData name="Rofiat Muhammad" userId="dc290707746958cf" providerId="LiveId" clId="{90209DFF-2DD7-40EF-A77C-FFBC5ACCE5E7}" dt="2026-07-19T16:31:58.662" v="1058" actId="408"/>
          <ac:spMkLst>
            <pc:docMk/>
            <pc:sldMk cId="4286132062" sldId="256"/>
            <ac:spMk id="17" creationId="{54AD3194-06B1-9A6F-4DDD-1062C3F8E2E4}"/>
          </ac:spMkLst>
        </pc:spChg>
        <pc:spChg chg="mod">
          <ac:chgData name="Rofiat Muhammad" userId="dc290707746958cf" providerId="LiveId" clId="{90209DFF-2DD7-40EF-A77C-FFBC5ACCE5E7}" dt="2026-07-19T16:31:58.662" v="1058" actId="408"/>
          <ac:spMkLst>
            <pc:docMk/>
            <pc:sldMk cId="4286132062" sldId="256"/>
            <ac:spMk id="19" creationId="{B44D51C2-DC9F-B280-D8FC-E9B66709DD4D}"/>
          </ac:spMkLst>
        </pc:spChg>
        <pc:spChg chg="mod">
          <ac:chgData name="Rofiat Muhammad" userId="dc290707746958cf" providerId="LiveId" clId="{90209DFF-2DD7-40EF-A77C-FFBC5ACCE5E7}" dt="2026-07-19T16:31:58.662" v="1058" actId="408"/>
          <ac:spMkLst>
            <pc:docMk/>
            <pc:sldMk cId="4286132062" sldId="256"/>
            <ac:spMk id="21" creationId="{4DF46B39-CF1E-E6C6-FB84-B864CB335450}"/>
          </ac:spMkLst>
        </pc:spChg>
        <pc:spChg chg="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23" creationId="{FC68FF1B-AFCE-7D66-16E1-06930438F64E}"/>
          </ac:spMkLst>
        </pc:spChg>
        <pc:spChg chg="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27" creationId="{D9A22AFB-261F-E126-5AAA-FB7666A5DEA2}"/>
          </ac:spMkLst>
        </pc:spChg>
        <pc:spChg chg="mod">
          <ac:chgData name="Rofiat Muhammad" userId="dc290707746958cf" providerId="LiveId" clId="{90209DFF-2DD7-40EF-A77C-FFBC5ACCE5E7}" dt="2026-07-19T16:31:58.662" v="1058" actId="408"/>
          <ac:spMkLst>
            <pc:docMk/>
            <pc:sldMk cId="4286132062" sldId="256"/>
            <ac:spMk id="29" creationId="{B3523357-CDF6-E1FE-19B8-424959B0C469}"/>
          </ac:spMkLst>
        </pc:spChg>
        <pc:spChg chg="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31" creationId="{EEF3EFEB-FC7D-1911-C555-9BA97ECFD54E}"/>
          </ac:spMkLst>
        </pc:spChg>
        <pc:spChg chg="mod">
          <ac:chgData name="Rofiat Muhammad" userId="dc290707746958cf" providerId="LiveId" clId="{90209DFF-2DD7-40EF-A77C-FFBC5ACCE5E7}" dt="2026-07-18T17:23:09.644" v="343" actId="1036"/>
          <ac:spMkLst>
            <pc:docMk/>
            <pc:sldMk cId="4286132062" sldId="256"/>
            <ac:spMk id="33" creationId="{20757AD4-AF55-DD57-C346-9CD546D54C7C}"/>
          </ac:spMkLst>
        </pc:spChg>
        <pc:spChg chg="add 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38" creationId="{112F13F8-BEB6-40E8-705C-FEEB8D5BC6D6}"/>
          </ac:spMkLst>
        </pc:spChg>
        <pc:spChg chg="add 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43" creationId="{541FEECD-E8C7-7603-8354-F93C084B9A8F}"/>
          </ac:spMkLst>
        </pc:spChg>
        <pc:spChg chg="add mod">
          <ac:chgData name="Rofiat Muhammad" userId="dc290707746958cf" providerId="LiveId" clId="{90209DFF-2DD7-40EF-A77C-FFBC5ACCE5E7}" dt="2026-07-18T20:57:31.986" v="757" actId="20577"/>
          <ac:spMkLst>
            <pc:docMk/>
            <pc:sldMk cId="4286132062" sldId="256"/>
            <ac:spMk id="49" creationId="{F3D3C229-1EC8-8758-7C47-EF16228BADE5}"/>
          </ac:spMkLst>
        </pc:spChg>
        <pc:spChg chg="add mod">
          <ac:chgData name="Rofiat Muhammad" userId="dc290707746958cf" providerId="LiveId" clId="{90209DFF-2DD7-40EF-A77C-FFBC5ACCE5E7}" dt="2026-07-18T21:41:15.582" v="1053" actId="20577"/>
          <ac:spMkLst>
            <pc:docMk/>
            <pc:sldMk cId="4286132062" sldId="256"/>
            <ac:spMk id="51" creationId="{F04BD1D8-AA2B-E407-9CD5-A4BE7A6AFDBF}"/>
          </ac:spMkLst>
        </pc:spChg>
        <pc:spChg chg="add mod">
          <ac:chgData name="Rofiat Muhammad" userId="dc290707746958cf" providerId="LiveId" clId="{90209DFF-2DD7-40EF-A77C-FFBC5ACCE5E7}" dt="2026-07-18T21:04:51.105" v="834" actId="164"/>
          <ac:spMkLst>
            <pc:docMk/>
            <pc:sldMk cId="4286132062" sldId="256"/>
            <ac:spMk id="59" creationId="{F7F25AED-566E-1FCB-EA3E-CFB910531955}"/>
          </ac:spMkLst>
        </pc:spChg>
        <pc:spChg chg="add 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68" creationId="{19F66BF8-FEE1-9BE0-F5BF-B0BA65365EC1}"/>
          </ac:spMkLst>
        </pc:spChg>
        <pc:spChg chg="add mod">
          <ac:chgData name="Rofiat Muhammad" userId="dc290707746958cf" providerId="LiveId" clId="{90209DFF-2DD7-40EF-A77C-FFBC5ACCE5E7}" dt="2026-07-29T11:27:54.655" v="1671" actId="1076"/>
          <ac:spMkLst>
            <pc:docMk/>
            <pc:sldMk cId="4286132062" sldId="256"/>
            <ac:spMk id="69" creationId="{E2E813AA-0242-59F6-CAE1-E25ACBCCD544}"/>
          </ac:spMkLst>
        </pc:spChg>
        <pc:spChg chg="add 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71" creationId="{7C871B68-5D41-BB2C-A7D4-B4F01D2401AE}"/>
          </ac:spMkLst>
        </pc:spChg>
        <pc:spChg chg="add mod">
          <ac:chgData name="Rofiat Muhammad" userId="dc290707746958cf" providerId="LiveId" clId="{90209DFF-2DD7-40EF-A77C-FFBC5ACCE5E7}" dt="2026-07-22T18:31:18.919" v="1100" actId="20577"/>
          <ac:spMkLst>
            <pc:docMk/>
            <pc:sldMk cId="4286132062" sldId="256"/>
            <ac:spMk id="73" creationId="{ED66FE6D-51F4-566F-F9A7-58A0A26C5B97}"/>
          </ac:spMkLst>
        </pc:spChg>
        <pc:spChg chg="add mod">
          <ac:chgData name="Rofiat Muhammad" userId="dc290707746958cf" providerId="LiveId" clId="{90209DFF-2DD7-40EF-A77C-FFBC5ACCE5E7}" dt="2026-07-24T20:58:56.069" v="1667" actId="164"/>
          <ac:spMkLst>
            <pc:docMk/>
            <pc:sldMk cId="4286132062" sldId="256"/>
            <ac:spMk id="75" creationId="{95274100-7FDD-7BA3-1146-0C6A504C45D3}"/>
          </ac:spMkLst>
        </pc:spChg>
        <pc:spChg chg="add mod">
          <ac:chgData name="Rofiat Muhammad" userId="dc290707746958cf" providerId="LiveId" clId="{90209DFF-2DD7-40EF-A77C-FFBC5ACCE5E7}" dt="2026-07-18T20:30:13.858" v="669" actId="1076"/>
          <ac:spMkLst>
            <pc:docMk/>
            <pc:sldMk cId="4286132062" sldId="256"/>
            <ac:spMk id="77" creationId="{C920DC58-527B-57B4-641B-E915DFE376C8}"/>
          </ac:spMkLst>
        </pc:spChg>
        <pc:spChg chg="add mod">
          <ac:chgData name="Rofiat Muhammad" userId="dc290707746958cf" providerId="LiveId" clId="{90209DFF-2DD7-40EF-A77C-FFBC5ACCE5E7}" dt="2026-07-18T21:04:51.105" v="834" actId="164"/>
          <ac:spMkLst>
            <pc:docMk/>
            <pc:sldMk cId="4286132062" sldId="256"/>
            <ac:spMk id="102" creationId="{D299483A-5A39-1B7E-A032-E39D79C5A5D5}"/>
          </ac:spMkLst>
        </pc:spChg>
        <pc:spChg chg="mod">
          <ac:chgData name="Rofiat Muhammad" userId="dc290707746958cf" providerId="LiveId" clId="{90209DFF-2DD7-40EF-A77C-FFBC5ACCE5E7}" dt="2026-07-18T21:04:53.512" v="835"/>
          <ac:spMkLst>
            <pc:docMk/>
            <pc:sldMk cId="4286132062" sldId="256"/>
            <ac:spMk id="105" creationId="{3CE7617C-58DE-DBBA-22B5-B5CA91B4C6F4}"/>
          </ac:spMkLst>
        </pc:spChg>
        <pc:spChg chg="mod">
          <ac:chgData name="Rofiat Muhammad" userId="dc290707746958cf" providerId="LiveId" clId="{90209DFF-2DD7-40EF-A77C-FFBC5ACCE5E7}" dt="2026-07-18T21:05:58.654" v="854" actId="20577"/>
          <ac:spMkLst>
            <pc:docMk/>
            <pc:sldMk cId="4286132062" sldId="256"/>
            <ac:spMk id="106" creationId="{14F2DEA3-9197-B8A2-3E86-68565D5D7DA5}"/>
          </ac:spMkLst>
        </pc:spChg>
        <pc:spChg chg="mod">
          <ac:chgData name="Rofiat Muhammad" userId="dc290707746958cf" providerId="LiveId" clId="{90209DFF-2DD7-40EF-A77C-FFBC5ACCE5E7}" dt="2026-07-18T21:05:02.178" v="837"/>
          <ac:spMkLst>
            <pc:docMk/>
            <pc:sldMk cId="4286132062" sldId="256"/>
            <ac:spMk id="108" creationId="{B1C96E5B-65FB-353A-A5BA-0E875BF91539}"/>
          </ac:spMkLst>
        </pc:spChg>
        <pc:spChg chg="mod">
          <ac:chgData name="Rofiat Muhammad" userId="dc290707746958cf" providerId="LiveId" clId="{90209DFF-2DD7-40EF-A77C-FFBC5ACCE5E7}" dt="2026-07-18T21:06:12.782" v="861" actId="20577"/>
          <ac:spMkLst>
            <pc:docMk/>
            <pc:sldMk cId="4286132062" sldId="256"/>
            <ac:spMk id="109" creationId="{7EC008DA-419E-C8A3-D586-A6B1703A9930}"/>
          </ac:spMkLst>
        </pc:spChg>
        <pc:grpChg chg="add mod">
          <ac:chgData name="Rofiat Muhammad" userId="dc290707746958cf" providerId="LiveId" clId="{90209DFF-2DD7-40EF-A77C-FFBC5ACCE5E7}" dt="2026-07-22T19:19:08.931" v="1140" actId="1036"/>
          <ac:grpSpMkLst>
            <pc:docMk/>
            <pc:sldMk cId="4286132062" sldId="256"/>
            <ac:grpSpMk id="103" creationId="{0A545AEE-F449-33EC-1A7A-1DACE2933186}"/>
          </ac:grpSpMkLst>
        </pc:grpChg>
        <pc:grpChg chg="add mod">
          <ac:chgData name="Rofiat Muhammad" userId="dc290707746958cf" providerId="LiveId" clId="{90209DFF-2DD7-40EF-A77C-FFBC5ACCE5E7}" dt="2026-07-22T19:22:09.418" v="1167" actId="465"/>
          <ac:grpSpMkLst>
            <pc:docMk/>
            <pc:sldMk cId="4286132062" sldId="256"/>
            <ac:grpSpMk id="104" creationId="{8B2A7FAA-A637-513A-AF3E-1B9F37101016}"/>
          </ac:grpSpMkLst>
        </pc:grpChg>
        <pc:grpChg chg="add mod">
          <ac:chgData name="Rofiat Muhammad" userId="dc290707746958cf" providerId="LiveId" clId="{90209DFF-2DD7-40EF-A77C-FFBC5ACCE5E7}" dt="2026-07-22T19:19:04.354" v="1133" actId="1076"/>
          <ac:grpSpMkLst>
            <pc:docMk/>
            <pc:sldMk cId="4286132062" sldId="256"/>
            <ac:grpSpMk id="107" creationId="{C4E2E7D3-B8C3-8FF8-0835-5572CB5A7A49}"/>
          </ac:grpSpMkLst>
        </pc:grpChg>
        <pc:picChg chg="add mod">
          <ac:chgData name="Rofiat Muhammad" userId="dc290707746958cf" providerId="LiveId" clId="{90209DFF-2DD7-40EF-A77C-FFBC5ACCE5E7}" dt="2026-07-18T20:29:53.549" v="667" actId="14100"/>
          <ac:picMkLst>
            <pc:docMk/>
            <pc:sldMk cId="4286132062" sldId="256"/>
            <ac:picMk id="79" creationId="{8A6BAF1F-E86A-6998-5DDE-EA0E1263CA30}"/>
          </ac:picMkLst>
        </pc:picChg>
        <pc:picChg chg="add mod modCrop">
          <ac:chgData name="Rofiat Muhammad" userId="dc290707746958cf" providerId="LiveId" clId="{90209DFF-2DD7-40EF-A77C-FFBC5ACCE5E7}" dt="2026-07-18T20:48:55.166" v="740" actId="1076"/>
          <ac:picMkLst>
            <pc:docMk/>
            <pc:sldMk cId="4286132062" sldId="256"/>
            <ac:picMk id="91" creationId="{1B7B7114-C30A-28DE-F162-43ACCEF984B2}"/>
          </ac:picMkLst>
        </pc:picChg>
        <pc:picChg chg="add mod">
          <ac:chgData name="Rofiat Muhammad" userId="dc290707746958cf" providerId="LiveId" clId="{90209DFF-2DD7-40EF-A77C-FFBC5ACCE5E7}" dt="2026-07-18T20:53:12.006" v="754" actId="1076"/>
          <ac:picMkLst>
            <pc:docMk/>
            <pc:sldMk cId="4286132062" sldId="256"/>
            <ac:picMk id="93" creationId="{4FD48AD9-31B2-2B89-AA3A-E0027C802BF7}"/>
          </ac:picMkLst>
        </pc:picChg>
        <pc:cxnChg chg="add mod">
          <ac:chgData name="Rofiat Muhammad" userId="dc290707746958cf" providerId="LiveId" clId="{90209DFF-2DD7-40EF-A77C-FFBC5ACCE5E7}" dt="2026-07-18T17:23:32.375" v="347" actId="1036"/>
          <ac:cxnSpMkLst>
            <pc:docMk/>
            <pc:sldMk cId="4286132062" sldId="256"/>
            <ac:cxnSpMk id="37" creationId="{45AD3BCA-4A4B-D440-705A-CEC1DAEF995E}"/>
          </ac:cxnSpMkLst>
        </pc:cxnChg>
        <pc:cxnChg chg="add mod">
          <ac:chgData name="Rofiat Muhammad" userId="dc290707746958cf" providerId="LiveId" clId="{90209DFF-2DD7-40EF-A77C-FFBC5ACCE5E7}" dt="2026-07-22T19:29:49.741" v="1245" actId="1076"/>
          <ac:cxnSpMkLst>
            <pc:docMk/>
            <pc:sldMk cId="4286132062" sldId="256"/>
            <ac:cxnSpMk id="56" creationId="{C9A90DF4-378B-7F40-2201-A75BCC6ADD71}"/>
          </ac:cxnSpMkLst>
        </pc:cxnChg>
      </pc:sldChg>
      <pc:sldChg chg="addSp delSp modSp add mod">
        <pc:chgData name="Rofiat Muhammad" userId="dc290707746958cf" providerId="LiveId" clId="{90209DFF-2DD7-40EF-A77C-FFBC5ACCE5E7}" dt="2026-07-30T14:04:38.789" v="1831" actId="108"/>
        <pc:sldMkLst>
          <pc:docMk/>
          <pc:sldMk cId="2359320176" sldId="257"/>
        </pc:sldMkLst>
        <pc:spChg chg="add del mod">
          <ac:chgData name="Rofiat Muhammad" userId="dc290707746958cf" providerId="LiveId" clId="{90209DFF-2DD7-40EF-A77C-FFBC5ACCE5E7}" dt="2026-07-22T19:22:41.209" v="1170" actId="478"/>
          <ac:spMkLst>
            <pc:docMk/>
            <pc:sldMk cId="2359320176" sldId="257"/>
            <ac:spMk id="4" creationId="{C556EBBA-0848-C94D-9992-7FA95AA24043}"/>
          </ac:spMkLst>
        </pc:spChg>
        <pc:spChg chg="mod">
          <ac:chgData name="Rofiat Muhammad" userId="dc290707746958cf" providerId="LiveId" clId="{90209DFF-2DD7-40EF-A77C-FFBC5ACCE5E7}" dt="2026-07-28T20:11:31.188" v="1668" actId="164"/>
          <ac:spMkLst>
            <pc:docMk/>
            <pc:sldMk cId="2359320176" sldId="257"/>
            <ac:spMk id="9" creationId="{130660AA-1919-356E-0EEB-21387772563A}"/>
          </ac:spMkLst>
        </pc:spChg>
        <pc:spChg chg="mod">
          <ac:chgData name="Rofiat Muhammad" userId="dc290707746958cf" providerId="LiveId" clId="{90209DFF-2DD7-40EF-A77C-FFBC5ACCE5E7}" dt="2026-07-18T21:27:34.129" v="943" actId="164"/>
          <ac:spMkLst>
            <pc:docMk/>
            <pc:sldMk cId="2359320176" sldId="257"/>
            <ac:spMk id="14" creationId="{BABA2A5C-C21C-AC3D-D933-2F3540D46A4B}"/>
          </ac:spMkLst>
        </pc:spChg>
        <pc:spChg chg="mod">
          <ac:chgData name="Rofiat Muhammad" userId="dc290707746958cf" providerId="LiveId" clId="{90209DFF-2DD7-40EF-A77C-FFBC5ACCE5E7}" dt="2026-07-18T21:27:34.129" v="943" actId="164"/>
          <ac:spMkLst>
            <pc:docMk/>
            <pc:sldMk cId="2359320176" sldId="257"/>
            <ac:spMk id="17" creationId="{D5D51B75-81D7-E21B-9A56-0172026707D8}"/>
          </ac:spMkLst>
        </pc:spChg>
        <pc:spChg chg="mod">
          <ac:chgData name="Rofiat Muhammad" userId="dc290707746958cf" providerId="LiveId" clId="{90209DFF-2DD7-40EF-A77C-FFBC5ACCE5E7}" dt="2026-07-18T21:27:47.095" v="945" actId="164"/>
          <ac:spMkLst>
            <pc:docMk/>
            <pc:sldMk cId="2359320176" sldId="257"/>
            <ac:spMk id="19" creationId="{E9D4B119-C4F1-DCB7-9639-3E0FE597CFC0}"/>
          </ac:spMkLst>
        </pc:spChg>
        <pc:spChg chg="mod">
          <ac:chgData name="Rofiat Muhammad" userId="dc290707746958cf" providerId="LiveId" clId="{90209DFF-2DD7-40EF-A77C-FFBC5ACCE5E7}" dt="2026-07-18T21:27:47.095" v="945" actId="164"/>
          <ac:spMkLst>
            <pc:docMk/>
            <pc:sldMk cId="2359320176" sldId="257"/>
            <ac:spMk id="21" creationId="{2433EBBA-9175-28F8-8109-692E01A99F83}"/>
          </ac:spMkLst>
        </pc:spChg>
        <pc:spChg chg="mod">
          <ac:chgData name="Rofiat Muhammad" userId="dc290707746958cf" providerId="LiveId" clId="{90209DFF-2DD7-40EF-A77C-FFBC5ACCE5E7}" dt="2026-07-18T21:27:47.095" v="945" actId="164"/>
          <ac:spMkLst>
            <pc:docMk/>
            <pc:sldMk cId="2359320176" sldId="257"/>
            <ac:spMk id="23" creationId="{1396131B-787F-D199-572F-B95419E795EB}"/>
          </ac:spMkLst>
        </pc:spChg>
        <pc:spChg chg="mod">
          <ac:chgData name="Rofiat Muhammad" userId="dc290707746958cf" providerId="LiveId" clId="{90209DFF-2DD7-40EF-A77C-FFBC5ACCE5E7}" dt="2026-07-28T20:11:31.188" v="1668" actId="164"/>
          <ac:spMkLst>
            <pc:docMk/>
            <pc:sldMk cId="2359320176" sldId="257"/>
            <ac:spMk id="27" creationId="{551F200A-88F3-50FD-4C4F-B526BCEE3C7E}"/>
          </ac:spMkLst>
        </pc:spChg>
        <pc:spChg chg="mod">
          <ac:chgData name="Rofiat Muhammad" userId="dc290707746958cf" providerId="LiveId" clId="{90209DFF-2DD7-40EF-A77C-FFBC5ACCE5E7}" dt="2026-07-20T13:30:23.264" v="1080" actId="1076"/>
          <ac:spMkLst>
            <pc:docMk/>
            <pc:sldMk cId="2359320176" sldId="257"/>
            <ac:spMk id="31" creationId="{823A1E0F-1003-6D31-917F-3B168BD20AB8}"/>
          </ac:spMkLst>
        </pc:spChg>
        <pc:spChg chg="mod">
          <ac:chgData name="Rofiat Muhammad" userId="dc290707746958cf" providerId="LiveId" clId="{90209DFF-2DD7-40EF-A77C-FFBC5ACCE5E7}" dt="2026-07-28T20:11:31.188" v="1668" actId="164"/>
          <ac:spMkLst>
            <pc:docMk/>
            <pc:sldMk cId="2359320176" sldId="257"/>
            <ac:spMk id="33" creationId="{75DD62AA-5CF8-9D11-A36C-AE81F67AB82B}"/>
          </ac:spMkLst>
        </pc:spChg>
        <pc:spChg chg="mod">
          <ac:chgData name="Rofiat Muhammad" userId="dc290707746958cf" providerId="LiveId" clId="{90209DFF-2DD7-40EF-A77C-FFBC5ACCE5E7}" dt="2026-07-22T19:23:23.613" v="1178" actId="20577"/>
          <ac:spMkLst>
            <pc:docMk/>
            <pc:sldMk cId="2359320176" sldId="257"/>
            <ac:spMk id="34" creationId="{6AEECECF-C4A1-39EA-75F4-54557BF4E8DF}"/>
          </ac:spMkLst>
        </pc:spChg>
        <pc:spChg chg="mod">
          <ac:chgData name="Rofiat Muhammad" userId="dc290707746958cf" providerId="LiveId" clId="{90209DFF-2DD7-40EF-A77C-FFBC5ACCE5E7}" dt="2026-07-30T12:53:01.607" v="1679" actId="14100"/>
          <ac:spMkLst>
            <pc:docMk/>
            <pc:sldMk cId="2359320176" sldId="257"/>
            <ac:spMk id="38" creationId="{23C387BF-19DD-AB0E-37B9-6D28EB0C10EE}"/>
          </ac:spMkLst>
        </pc:spChg>
        <pc:spChg chg="mod">
          <ac:chgData name="Rofiat Muhammad" userId="dc290707746958cf" providerId="LiveId" clId="{90209DFF-2DD7-40EF-A77C-FFBC5ACCE5E7}" dt="2026-07-22T19:23:33.562" v="1191" actId="20577"/>
          <ac:spMkLst>
            <pc:docMk/>
            <pc:sldMk cId="2359320176" sldId="257"/>
            <ac:spMk id="39" creationId="{2A9D941D-FF81-10E9-415C-7286FE1D07DA}"/>
          </ac:spMkLst>
        </pc:spChg>
        <pc:spChg chg="mod">
          <ac:chgData name="Rofiat Muhammad" userId="dc290707746958cf" providerId="LiveId" clId="{90209DFF-2DD7-40EF-A77C-FFBC5ACCE5E7}" dt="2026-07-22T19:24:17.972" v="1201" actId="20577"/>
          <ac:spMkLst>
            <pc:docMk/>
            <pc:sldMk cId="2359320176" sldId="257"/>
            <ac:spMk id="42" creationId="{A83B865F-9BBB-9DC9-01A3-041D72A83F5A}"/>
          </ac:spMkLst>
        </pc:spChg>
        <pc:spChg chg="mod">
          <ac:chgData name="Rofiat Muhammad" userId="dc290707746958cf" providerId="LiveId" clId="{90209DFF-2DD7-40EF-A77C-FFBC5ACCE5E7}" dt="2026-07-30T12:58:57.811" v="1786" actId="14100"/>
          <ac:spMkLst>
            <pc:docMk/>
            <pc:sldMk cId="2359320176" sldId="257"/>
            <ac:spMk id="43" creationId="{8FF2CA1A-AC3E-A524-90EA-A086E7C1486A}"/>
          </ac:spMkLst>
        </pc:spChg>
        <pc:spChg chg="mod">
          <ac:chgData name="Rofiat Muhammad" userId="dc290707746958cf" providerId="LiveId" clId="{90209DFF-2DD7-40EF-A77C-FFBC5ACCE5E7}" dt="2026-07-30T12:57:42.233" v="1777" actId="1035"/>
          <ac:spMkLst>
            <pc:docMk/>
            <pc:sldMk cId="2359320176" sldId="257"/>
            <ac:spMk id="49" creationId="{95ED8EB1-D7BA-98F6-555D-151E800F8CFD}"/>
          </ac:spMkLst>
        </pc:spChg>
        <pc:spChg chg="mod">
          <ac:chgData name="Rofiat Muhammad" userId="dc290707746958cf" providerId="LiveId" clId="{90209DFF-2DD7-40EF-A77C-FFBC5ACCE5E7}" dt="2026-07-30T12:58:04.647" v="1783" actId="1036"/>
          <ac:spMkLst>
            <pc:docMk/>
            <pc:sldMk cId="2359320176" sldId="257"/>
            <ac:spMk id="51" creationId="{45895C5F-EE07-A172-E47D-0A773376B099}"/>
          </ac:spMkLst>
        </pc:spChg>
        <pc:spChg chg="mod">
          <ac:chgData name="Rofiat Muhammad" userId="dc290707746958cf" providerId="LiveId" clId="{90209DFF-2DD7-40EF-A77C-FFBC5ACCE5E7}" dt="2026-07-30T12:56:46.152" v="1761" actId="12788"/>
          <ac:spMkLst>
            <pc:docMk/>
            <pc:sldMk cId="2359320176" sldId="257"/>
            <ac:spMk id="69" creationId="{9EC02BAF-37F1-7AF5-6D0A-675B10197873}"/>
          </ac:spMkLst>
        </pc:spChg>
        <pc:spChg chg="mod">
          <ac:chgData name="Rofiat Muhammad" userId="dc290707746958cf" providerId="LiveId" clId="{90209DFF-2DD7-40EF-A77C-FFBC5ACCE5E7}" dt="2026-07-30T14:04:33.664" v="1830" actId="108"/>
          <ac:spMkLst>
            <pc:docMk/>
            <pc:sldMk cId="2359320176" sldId="257"/>
            <ac:spMk id="71" creationId="{7028AF1F-AE9A-5BC7-7890-46BBF0623DCE}"/>
          </ac:spMkLst>
        </pc:spChg>
        <pc:spChg chg="mod">
          <ac:chgData name="Rofiat Muhammad" userId="dc290707746958cf" providerId="LiveId" clId="{90209DFF-2DD7-40EF-A77C-FFBC5ACCE5E7}" dt="2026-07-30T14:04:38.789" v="1831" actId="108"/>
          <ac:spMkLst>
            <pc:docMk/>
            <pc:sldMk cId="2359320176" sldId="257"/>
            <ac:spMk id="73" creationId="{F75FD631-8D87-2C13-95B0-9C7548AFAB54}"/>
          </ac:spMkLst>
        </pc:spChg>
        <pc:spChg chg="mod">
          <ac:chgData name="Rofiat Muhammad" userId="dc290707746958cf" providerId="LiveId" clId="{90209DFF-2DD7-40EF-A77C-FFBC5ACCE5E7}" dt="2026-07-30T12:57:29.306" v="1774" actId="1038"/>
          <ac:spMkLst>
            <pc:docMk/>
            <pc:sldMk cId="2359320176" sldId="257"/>
            <ac:spMk id="75" creationId="{FF45F373-2EDD-7B33-690B-836A461E5B34}"/>
          </ac:spMkLst>
        </pc:spChg>
        <pc:spChg chg="mod">
          <ac:chgData name="Rofiat Muhammad" userId="dc290707746958cf" providerId="LiveId" clId="{90209DFF-2DD7-40EF-A77C-FFBC5ACCE5E7}" dt="2026-07-30T12:57:29.306" v="1774" actId="1038"/>
          <ac:spMkLst>
            <pc:docMk/>
            <pc:sldMk cId="2359320176" sldId="257"/>
            <ac:spMk id="77" creationId="{4BAC4392-A33D-FBAD-2B1D-1E6E21508890}"/>
          </ac:spMkLst>
        </pc:spChg>
        <pc:grpChg chg="add mod">
          <ac:chgData name="Rofiat Muhammad" userId="dc290707746958cf" providerId="LiveId" clId="{90209DFF-2DD7-40EF-A77C-FFBC5ACCE5E7}" dt="2026-07-18T21:28:24.074" v="947" actId="1076"/>
          <ac:grpSpMkLst>
            <pc:docMk/>
            <pc:sldMk cId="2359320176" sldId="257"/>
            <ac:grpSpMk id="2" creationId="{052DC1E6-18E9-6BB7-A385-7BB0CDD24D85}"/>
          </ac:grpSpMkLst>
        </pc:grpChg>
        <pc:grpChg chg="add mod">
          <ac:chgData name="Rofiat Muhammad" userId="dc290707746958cf" providerId="LiveId" clId="{90209DFF-2DD7-40EF-A77C-FFBC5ACCE5E7}" dt="2026-07-18T21:28:08.697" v="946" actId="1076"/>
          <ac:grpSpMkLst>
            <pc:docMk/>
            <pc:sldMk cId="2359320176" sldId="257"/>
            <ac:grpSpMk id="3" creationId="{296AFCCF-830D-1E6B-79DB-A8E286144BC6}"/>
          </ac:grpSpMkLst>
        </pc:grpChg>
        <pc:picChg chg="mod">
          <ac:chgData name="Rofiat Muhammad" userId="dc290707746958cf" providerId="LiveId" clId="{90209DFF-2DD7-40EF-A77C-FFBC5ACCE5E7}" dt="2026-07-30T12:53:30.745" v="1682" actId="1076"/>
          <ac:picMkLst>
            <pc:docMk/>
            <pc:sldMk cId="2359320176" sldId="257"/>
            <ac:picMk id="91" creationId="{83FBAE82-6DBC-16F3-FC27-243AB7D068F4}"/>
          </ac:picMkLst>
        </pc:picChg>
        <pc:picChg chg="mod">
          <ac:chgData name="Rofiat Muhammad" userId="dc290707746958cf" providerId="LiveId" clId="{90209DFF-2DD7-40EF-A77C-FFBC5ACCE5E7}" dt="2026-07-30T12:57:14.814" v="1765" actId="1076"/>
          <ac:picMkLst>
            <pc:docMk/>
            <pc:sldMk cId="2359320176" sldId="257"/>
            <ac:picMk id="93" creationId="{47D9C9C9-46C4-6B1F-8544-F7987685423A}"/>
          </ac:picMkLst>
        </pc:picChg>
        <pc:cxnChg chg="mod">
          <ac:chgData name="Rofiat Muhammad" userId="dc290707746958cf" providerId="LiveId" clId="{90209DFF-2DD7-40EF-A77C-FFBC5ACCE5E7}" dt="2026-07-30T13:08:58.683" v="1826" actId="14100"/>
          <ac:cxnSpMkLst>
            <pc:docMk/>
            <pc:sldMk cId="2359320176" sldId="257"/>
            <ac:cxnSpMk id="37" creationId="{04AE9DFD-0608-1F08-77D4-094F3174BD81}"/>
          </ac:cxnSpMkLst>
        </pc:cxnChg>
        <pc:cxnChg chg="add mod">
          <ac:chgData name="Rofiat Muhammad" userId="dc290707746958cf" providerId="LiveId" clId="{90209DFF-2DD7-40EF-A77C-FFBC5ACCE5E7}" dt="2026-07-30T12:56:18.129" v="1757" actId="1076"/>
          <ac:cxnSpMkLst>
            <pc:docMk/>
            <pc:sldMk cId="2359320176" sldId="257"/>
            <ac:cxnSpMk id="46" creationId="{AD2A76FB-2C73-1E0B-481C-28EA92FDC4D5}"/>
          </ac:cxnSpMkLst>
        </pc:cxnChg>
      </pc:sldChg>
      <pc:sldChg chg="addSp delSp modSp add mod ord">
        <pc:chgData name="Rofiat Muhammad" userId="dc290707746958cf" providerId="LiveId" clId="{90209DFF-2DD7-40EF-A77C-FFBC5ACCE5E7}" dt="2026-07-30T13:01:08.444" v="1820"/>
        <pc:sldMkLst>
          <pc:docMk/>
          <pc:sldMk cId="850076458" sldId="258"/>
        </pc:sldMkLst>
        <pc:spChg chg="mod">
          <ac:chgData name="Rofiat Muhammad" userId="dc290707746958cf" providerId="LiveId" clId="{90209DFF-2DD7-40EF-A77C-FFBC5ACCE5E7}" dt="2026-07-22T19:25:38.417" v="1205"/>
          <ac:spMkLst>
            <pc:docMk/>
            <pc:sldMk cId="850076458" sldId="258"/>
            <ac:spMk id="5" creationId="{C8C6EC8B-C7F2-11F9-20A3-65FB393157B7}"/>
          </ac:spMkLst>
        </pc:spChg>
        <pc:spChg chg="add">
          <ac:chgData name="Rofiat Muhammad" userId="dc290707746958cf" providerId="LiveId" clId="{90209DFF-2DD7-40EF-A77C-FFBC5ACCE5E7}" dt="2026-07-20T13:31:08.629" v="1083" actId="22"/>
          <ac:spMkLst>
            <pc:docMk/>
            <pc:sldMk cId="850076458" sldId="258"/>
            <ac:spMk id="6" creationId="{6D715A94-D82E-4A01-303E-90C6E721B1F1}"/>
          </ac:spMkLst>
        </pc:spChg>
        <pc:spChg chg="mod">
          <ac:chgData name="Rofiat Muhammad" userId="dc290707746958cf" providerId="LiveId" clId="{90209DFF-2DD7-40EF-A77C-FFBC5ACCE5E7}" dt="2026-07-22T19:26:01.765" v="1215" actId="20577"/>
          <ac:spMkLst>
            <pc:docMk/>
            <pc:sldMk cId="850076458" sldId="258"/>
            <ac:spMk id="7" creationId="{28E9DE82-D2A3-FBA8-71C0-D8D43CF0304E}"/>
          </ac:spMkLst>
        </pc:spChg>
        <pc:spChg chg="add">
          <ac:chgData name="Rofiat Muhammad" userId="dc290707746958cf" providerId="LiveId" clId="{90209DFF-2DD7-40EF-A77C-FFBC5ACCE5E7}" dt="2026-07-20T13:31:08.629" v="1083" actId="22"/>
          <ac:spMkLst>
            <pc:docMk/>
            <pc:sldMk cId="850076458" sldId="258"/>
            <ac:spMk id="8" creationId="{754E8AA3-17B9-A492-666A-364DCA969C6C}"/>
          </ac:spMkLst>
        </pc:spChg>
        <pc:spChg chg="add mod">
          <ac:chgData name="Rofiat Muhammad" userId="dc290707746958cf" providerId="LiveId" clId="{90209DFF-2DD7-40EF-A77C-FFBC5ACCE5E7}" dt="2026-07-20T13:31:34.581" v="1085" actId="1076"/>
          <ac:spMkLst>
            <pc:docMk/>
            <pc:sldMk cId="850076458" sldId="258"/>
            <ac:spMk id="11" creationId="{7340B400-5F6F-52E5-67B5-797FFF45B9A2}"/>
          </ac:spMkLst>
        </pc:spChg>
        <pc:spChg chg="mod">
          <ac:chgData name="Rofiat Muhammad" userId="dc290707746958cf" providerId="LiveId" clId="{90209DFF-2DD7-40EF-A77C-FFBC5ACCE5E7}" dt="2026-07-22T19:25:38.417" v="1205"/>
          <ac:spMkLst>
            <pc:docMk/>
            <pc:sldMk cId="850076458" sldId="258"/>
            <ac:spMk id="12" creationId="{66155E2C-83D9-604A-3C69-34E054461F8D}"/>
          </ac:spMkLst>
        </pc:spChg>
        <pc:spChg chg="add mod">
          <ac:chgData name="Rofiat Muhammad" userId="dc290707746958cf" providerId="LiveId" clId="{90209DFF-2DD7-40EF-A77C-FFBC5ACCE5E7}" dt="2026-07-20T13:31:24.120" v="1084" actId="1076"/>
          <ac:spMkLst>
            <pc:docMk/>
            <pc:sldMk cId="850076458" sldId="258"/>
            <ac:spMk id="13" creationId="{917CF1B1-3526-E712-70DB-76292E1B6826}"/>
          </ac:spMkLst>
        </pc:spChg>
        <pc:spChg chg="mod">
          <ac:chgData name="Rofiat Muhammad" userId="dc290707746958cf" providerId="LiveId" clId="{90209DFF-2DD7-40EF-A77C-FFBC5ACCE5E7}" dt="2026-07-22T19:26:07.215" v="1220" actId="20577"/>
          <ac:spMkLst>
            <pc:docMk/>
            <pc:sldMk cId="850076458" sldId="258"/>
            <ac:spMk id="15" creationId="{27E4A90E-750C-D489-464A-4EC20394ADAA}"/>
          </ac:spMkLst>
        </pc:spChg>
        <pc:spChg chg="mod">
          <ac:chgData name="Rofiat Muhammad" userId="dc290707746958cf" providerId="LiveId" clId="{90209DFF-2DD7-40EF-A77C-FFBC5ACCE5E7}" dt="2026-07-22T19:25:38.417" v="1205"/>
          <ac:spMkLst>
            <pc:docMk/>
            <pc:sldMk cId="850076458" sldId="258"/>
            <ac:spMk id="18" creationId="{74792A41-06C6-9921-05B3-A40DDB24E343}"/>
          </ac:spMkLst>
        </pc:spChg>
        <pc:spChg chg="mod">
          <ac:chgData name="Rofiat Muhammad" userId="dc290707746958cf" providerId="LiveId" clId="{90209DFF-2DD7-40EF-A77C-FFBC5ACCE5E7}" dt="2026-07-22T19:26:17.261" v="1230" actId="20577"/>
          <ac:spMkLst>
            <pc:docMk/>
            <pc:sldMk cId="850076458" sldId="258"/>
            <ac:spMk id="20" creationId="{7C22C06E-9D24-7549-386E-52401B933AFA}"/>
          </ac:spMkLst>
        </pc:spChg>
        <pc:spChg chg="add mod">
          <ac:chgData name="Rofiat Muhammad" userId="dc290707746958cf" providerId="LiveId" clId="{90209DFF-2DD7-40EF-A77C-FFBC5ACCE5E7}" dt="2026-07-22T19:31:12.786" v="1255" actId="1076"/>
          <ac:spMkLst>
            <pc:docMk/>
            <pc:sldMk cId="850076458" sldId="258"/>
            <ac:spMk id="25" creationId="{198FC8F7-3560-297C-C5A8-EDBDE75CCA3B}"/>
          </ac:spMkLst>
        </pc:spChg>
        <pc:spChg chg="mod">
          <ac:chgData name="Rofiat Muhammad" userId="dc290707746958cf" providerId="LiveId" clId="{90209DFF-2DD7-40EF-A77C-FFBC5ACCE5E7}" dt="2026-07-18T21:40:23.018" v="1027" actId="20577"/>
          <ac:spMkLst>
            <pc:docMk/>
            <pc:sldMk cId="850076458" sldId="258"/>
            <ac:spMk id="51" creationId="{74B6BD6C-0E00-A491-2776-6501824EB28C}"/>
          </ac:spMkLst>
        </pc:spChg>
        <pc:spChg chg="mod">
          <ac:chgData name="Rofiat Muhammad" userId="dc290707746958cf" providerId="LiveId" clId="{90209DFF-2DD7-40EF-A77C-FFBC5ACCE5E7}" dt="2026-07-22T18:31:41.080" v="1123" actId="20577"/>
          <ac:spMkLst>
            <pc:docMk/>
            <pc:sldMk cId="850076458" sldId="258"/>
            <ac:spMk id="71" creationId="{4516ED27-2D22-E5A0-BCE8-50764844E57E}"/>
          </ac:spMkLst>
        </pc:spChg>
        <pc:spChg chg="mod">
          <ac:chgData name="Rofiat Muhammad" userId="dc290707746958cf" providerId="LiveId" clId="{90209DFF-2DD7-40EF-A77C-FFBC5ACCE5E7}" dt="2026-07-22T18:31:45.432" v="1130" actId="20577"/>
          <ac:spMkLst>
            <pc:docMk/>
            <pc:sldMk cId="850076458" sldId="258"/>
            <ac:spMk id="73" creationId="{43614763-A79E-AE96-FD47-7114A67E2A5E}"/>
          </ac:spMkLst>
        </pc:spChg>
        <pc:grpChg chg="add mod">
          <ac:chgData name="Rofiat Muhammad" userId="dc290707746958cf" providerId="LiveId" clId="{90209DFF-2DD7-40EF-A77C-FFBC5ACCE5E7}" dt="2026-07-22T19:25:38.417" v="1205"/>
          <ac:grpSpMkLst>
            <pc:docMk/>
            <pc:sldMk cId="850076458" sldId="258"/>
            <ac:grpSpMk id="4" creationId="{08D6A6E1-9E2B-E904-F3F6-02B8B0629AF0}"/>
          </ac:grpSpMkLst>
        </pc:grpChg>
        <pc:grpChg chg="add mod">
          <ac:chgData name="Rofiat Muhammad" userId="dc290707746958cf" providerId="LiveId" clId="{90209DFF-2DD7-40EF-A77C-FFBC5ACCE5E7}" dt="2026-07-22T19:25:38.417" v="1205"/>
          <ac:grpSpMkLst>
            <pc:docMk/>
            <pc:sldMk cId="850076458" sldId="258"/>
            <ac:grpSpMk id="10" creationId="{15C20A1D-1257-F304-531E-D7D821747E07}"/>
          </ac:grpSpMkLst>
        </pc:grpChg>
        <pc:grpChg chg="add mod">
          <ac:chgData name="Rofiat Muhammad" userId="dc290707746958cf" providerId="LiveId" clId="{90209DFF-2DD7-40EF-A77C-FFBC5ACCE5E7}" dt="2026-07-22T19:25:38.417" v="1205"/>
          <ac:grpSpMkLst>
            <pc:docMk/>
            <pc:sldMk cId="850076458" sldId="258"/>
            <ac:grpSpMk id="16" creationId="{43709851-2FA3-E7C0-A8B5-838C81BE191D}"/>
          </ac:grpSpMkLst>
        </pc:grpChg>
        <pc:cxnChg chg="add mod">
          <ac:chgData name="Rofiat Muhammad" userId="dc290707746958cf" providerId="LiveId" clId="{90209DFF-2DD7-40EF-A77C-FFBC5ACCE5E7}" dt="2026-07-22T19:30:57.678" v="1253"/>
          <ac:cxnSpMkLst>
            <pc:docMk/>
            <pc:sldMk cId="850076458" sldId="258"/>
            <ac:cxnSpMk id="22" creationId="{06390EB0-E32B-EAE6-6C18-B51609A6CC79}"/>
          </ac:cxnSpMkLst>
        </pc:cxnChg>
      </pc:sldChg>
      <pc:sldChg chg="addSp delSp modSp new mod setBg">
        <pc:chgData name="Rofiat Muhammad" userId="dc290707746958cf" providerId="LiveId" clId="{90209DFF-2DD7-40EF-A77C-FFBC5ACCE5E7}" dt="2026-07-22T22:14:56.404" v="1666" actId="164"/>
        <pc:sldMkLst>
          <pc:docMk/>
          <pc:sldMk cId="1499589314" sldId="259"/>
        </pc:sldMkLst>
        <pc:spChg chg="add mod">
          <ac:chgData name="Rofiat Muhammad" userId="dc290707746958cf" providerId="LiveId" clId="{90209DFF-2DD7-40EF-A77C-FFBC5ACCE5E7}" dt="2026-07-22T21:58:14.194" v="1477" actId="207"/>
          <ac:spMkLst>
            <pc:docMk/>
            <pc:sldMk cId="1499589314" sldId="259"/>
            <ac:spMk id="5" creationId="{F239692B-2CB6-D0B7-7473-888F4E104F7A}"/>
          </ac:spMkLst>
        </pc:spChg>
        <pc:spChg chg="add mod">
          <ac:chgData name="Rofiat Muhammad" userId="dc290707746958cf" providerId="LiveId" clId="{90209DFF-2DD7-40EF-A77C-FFBC5ACCE5E7}" dt="2026-07-22T21:41:59.576" v="1368" actId="14100"/>
          <ac:spMkLst>
            <pc:docMk/>
            <pc:sldMk cId="1499589314" sldId="259"/>
            <ac:spMk id="7" creationId="{2EDC8EB5-1C01-944B-295D-4F309E4DF9F7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9" creationId="{ED1D091E-737E-D063-B2E9-DA3B69A7B293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16" creationId="{5100270A-57B4-62B1-B5AA-F127BE081419}"/>
          </ac:spMkLst>
        </pc:spChg>
        <pc:spChg chg="add mod">
          <ac:chgData name="Rofiat Muhammad" userId="dc290707746958cf" providerId="LiveId" clId="{90209DFF-2DD7-40EF-A77C-FFBC5ACCE5E7}" dt="2026-07-22T22:05:17.984" v="1583" actId="1076"/>
          <ac:spMkLst>
            <pc:docMk/>
            <pc:sldMk cId="1499589314" sldId="259"/>
            <ac:spMk id="17" creationId="{3127E79C-25F8-5CA6-0D56-AC7F9F385B7C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29" creationId="{9A43E088-5A24-5F3E-6206-E2E6EA95F231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31" creationId="{7BBA9450-BA2A-6CAF-7DAF-11A1EFC59AA7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33" creationId="{73274B58-B1AF-E619-5AE9-5317B2F6FFCF}"/>
          </ac:spMkLst>
        </pc:spChg>
        <pc:spChg chg="add del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34" creationId="{AABBEDA3-7513-C9C8-CA58-B8C9D6F0A58C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38" creationId="{CDE2CA21-6921-80DE-EC20-F09EB2444DE2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40" creationId="{3B0A2464-E09D-611A-742F-D276F3AC400E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42" creationId="{49219783-63A7-3181-80D3-C7B9C5C6B93D}"/>
          </ac:spMkLst>
        </pc:spChg>
        <pc:spChg chg="add mod">
          <ac:chgData name="Rofiat Muhammad" userId="dc290707746958cf" providerId="LiveId" clId="{90209DFF-2DD7-40EF-A77C-FFBC5ACCE5E7}" dt="2026-07-22T22:14:56.404" v="1666" actId="164"/>
          <ac:spMkLst>
            <pc:docMk/>
            <pc:sldMk cId="1499589314" sldId="259"/>
            <ac:spMk id="44" creationId="{883E66DB-9451-CF09-B662-FAAF377E9A61}"/>
          </ac:spMkLst>
        </pc:spChg>
        <pc:picChg chg="add mod">
          <ac:chgData name="Rofiat Muhammad" userId="dc290707746958cf" providerId="LiveId" clId="{90209DFF-2DD7-40EF-A77C-FFBC5ACCE5E7}" dt="2026-07-22T22:14:06.539" v="1664" actId="554"/>
          <ac:picMkLst>
            <pc:docMk/>
            <pc:sldMk cId="1499589314" sldId="259"/>
            <ac:picMk id="48" creationId="{82CF43C4-13B5-4A84-104A-56BF53A6DF1D}"/>
          </ac:picMkLst>
        </pc:picChg>
        <pc:picChg chg="add mod">
          <ac:chgData name="Rofiat Muhammad" userId="dc290707746958cf" providerId="LiveId" clId="{90209DFF-2DD7-40EF-A77C-FFBC5ACCE5E7}" dt="2026-07-22T22:14:06.539" v="1664" actId="554"/>
          <ac:picMkLst>
            <pc:docMk/>
            <pc:sldMk cId="1499589314" sldId="259"/>
            <ac:picMk id="50" creationId="{E83BAFB4-077B-8C29-B2FA-51500321CB39}"/>
          </ac:picMkLst>
        </pc:picChg>
        <pc:picChg chg="add mod">
          <ac:chgData name="Rofiat Muhammad" userId="dc290707746958cf" providerId="LiveId" clId="{90209DFF-2DD7-40EF-A77C-FFBC5ACCE5E7}" dt="2026-07-22T22:14:06.539" v="1664" actId="554"/>
          <ac:picMkLst>
            <pc:docMk/>
            <pc:sldMk cId="1499589314" sldId="259"/>
            <ac:picMk id="52" creationId="{3A6CDDFB-8CEF-9ED8-C8B9-A0ECE840173A}"/>
          </ac:picMkLst>
        </pc:picChg>
        <pc:picChg chg="add mod">
          <ac:chgData name="Rofiat Muhammad" userId="dc290707746958cf" providerId="LiveId" clId="{90209DFF-2DD7-40EF-A77C-FFBC5ACCE5E7}" dt="2026-07-22T22:14:24.112" v="1665" actId="1076"/>
          <ac:picMkLst>
            <pc:docMk/>
            <pc:sldMk cId="1499589314" sldId="259"/>
            <ac:picMk id="54" creationId="{68CCECA1-22F6-3D47-72FE-9DFEC6A43751}"/>
          </ac:picMkLst>
        </pc:picChg>
        <pc:cxnChg chg="add mod">
          <ac:chgData name="Rofiat Muhammad" userId="dc290707746958cf" providerId="LiveId" clId="{90209DFF-2DD7-40EF-A77C-FFBC5ACCE5E7}" dt="2026-07-22T21:43:13.588" v="1383" actId="12789"/>
          <ac:cxnSpMkLst>
            <pc:docMk/>
            <pc:sldMk cId="1499589314" sldId="259"/>
            <ac:cxnSpMk id="11" creationId="{63BBDD70-A5A6-6E3A-F050-4EF1AA501170}"/>
          </ac:cxnSpMkLst>
        </pc:cxnChg>
        <pc:cxnChg chg="add mod">
          <ac:chgData name="Rofiat Muhammad" userId="dc290707746958cf" providerId="LiveId" clId="{90209DFF-2DD7-40EF-A77C-FFBC5ACCE5E7}" dt="2026-07-22T21:43:13.588" v="1383" actId="12789"/>
          <ac:cxnSpMkLst>
            <pc:docMk/>
            <pc:sldMk cId="1499589314" sldId="259"/>
            <ac:cxnSpMk id="13" creationId="{C15B2ECA-A664-A242-91A8-8CF886609709}"/>
          </ac:cxnSpMkLst>
        </pc:cxnChg>
        <pc:cxnChg chg="add mod">
          <ac:chgData name="Rofiat Muhammad" userId="dc290707746958cf" providerId="LiveId" clId="{90209DFF-2DD7-40EF-A77C-FFBC5ACCE5E7}" dt="2026-07-22T22:00:33.718" v="1518" actId="1076"/>
          <ac:cxnSpMkLst>
            <pc:docMk/>
            <pc:sldMk cId="1499589314" sldId="259"/>
            <ac:cxnSpMk id="14" creationId="{783E5DB4-7E17-9FC5-A257-26343EB8E499}"/>
          </ac:cxnSpMkLst>
        </pc:cxnChg>
        <pc:cxnChg chg="add mod">
          <ac:chgData name="Rofiat Muhammad" userId="dc290707746958cf" providerId="LiveId" clId="{90209DFF-2DD7-40EF-A77C-FFBC5ACCE5E7}" dt="2026-07-22T22:01:02.807" v="1526" actId="1037"/>
          <ac:cxnSpMkLst>
            <pc:docMk/>
            <pc:sldMk cId="1499589314" sldId="259"/>
            <ac:cxnSpMk id="35" creationId="{724A7279-F483-1AD8-0964-EA53D803F66F}"/>
          </ac:cxnSpMkLst>
        </pc:cxnChg>
      </pc:sldChg>
      <pc:sldChg chg="addSp delSp modSp new del mod ord setBg">
        <pc:chgData name="Rofiat Muhammad" userId="dc290707746958cf" providerId="LiveId" clId="{90209DFF-2DD7-40EF-A77C-FFBC5ACCE5E7}" dt="2026-08-03T21:54:05.321" v="1834" actId="2696"/>
        <pc:sldMkLst>
          <pc:docMk/>
          <pc:sldMk cId="3336913186" sldId="260"/>
        </pc:sldMkLst>
      </pc:sldChg>
      <pc:sldChg chg="delSp modSp add mod">
        <pc:chgData name="Rofiat Muhammad" userId="dc290707746958cf" providerId="LiveId" clId="{90209DFF-2DD7-40EF-A77C-FFBC5ACCE5E7}" dt="2026-07-30T14:04:54.262" v="1833" actId="108"/>
        <pc:sldMkLst>
          <pc:docMk/>
          <pc:sldMk cId="505502277" sldId="261"/>
        </pc:sldMkLst>
        <pc:spChg chg="mod">
          <ac:chgData name="Rofiat Muhammad" userId="dc290707746958cf" providerId="LiveId" clId="{90209DFF-2DD7-40EF-A77C-FFBC5ACCE5E7}" dt="2026-07-30T13:00:29.913" v="1803" actId="20577"/>
          <ac:spMkLst>
            <pc:docMk/>
            <pc:sldMk cId="505502277" sldId="261"/>
            <ac:spMk id="34" creationId="{E9E1BC31-10ED-70DE-4529-EA71515692B4}"/>
          </ac:spMkLst>
        </pc:spChg>
        <pc:spChg chg="mod">
          <ac:chgData name="Rofiat Muhammad" userId="dc290707746958cf" providerId="LiveId" clId="{90209DFF-2DD7-40EF-A77C-FFBC5ACCE5E7}" dt="2026-07-30T13:00:41.975" v="1808" actId="20577"/>
          <ac:spMkLst>
            <pc:docMk/>
            <pc:sldMk cId="505502277" sldId="261"/>
            <ac:spMk id="39" creationId="{1074715C-3782-093A-BC30-11844491FDFE}"/>
          </ac:spMkLst>
        </pc:spChg>
        <pc:spChg chg="mod">
          <ac:chgData name="Rofiat Muhammad" userId="dc290707746958cf" providerId="LiveId" clId="{90209DFF-2DD7-40EF-A77C-FFBC5ACCE5E7}" dt="2026-07-30T13:00:51.592" v="1818" actId="20577"/>
          <ac:spMkLst>
            <pc:docMk/>
            <pc:sldMk cId="505502277" sldId="261"/>
            <ac:spMk id="42" creationId="{8A79B064-214A-34F0-CE7D-3A851B78427E}"/>
          </ac:spMkLst>
        </pc:spChg>
        <pc:spChg chg="mod">
          <ac:chgData name="Rofiat Muhammad" userId="dc290707746958cf" providerId="LiveId" clId="{90209DFF-2DD7-40EF-A77C-FFBC5ACCE5E7}" dt="2026-07-30T14:04:54.262" v="1833" actId="108"/>
          <ac:spMkLst>
            <pc:docMk/>
            <pc:sldMk cId="505502277" sldId="261"/>
            <ac:spMk id="71" creationId="{A89A5D52-936C-49A2-2896-B8E2457A27BA}"/>
          </ac:spMkLst>
        </pc:spChg>
        <pc:spChg chg="mod">
          <ac:chgData name="Rofiat Muhammad" userId="dc290707746958cf" providerId="LiveId" clId="{90209DFF-2DD7-40EF-A77C-FFBC5ACCE5E7}" dt="2026-07-30T14:04:49.454" v="1832" actId="108"/>
          <ac:spMkLst>
            <pc:docMk/>
            <pc:sldMk cId="505502277" sldId="261"/>
            <ac:spMk id="73" creationId="{07D81E3A-D58D-56D5-30E8-9B7A617165C7}"/>
          </ac:spMkLst>
        </pc:spChg>
        <pc:cxnChg chg="mod">
          <ac:chgData name="Rofiat Muhammad" userId="dc290707746958cf" providerId="LiveId" clId="{90209DFF-2DD7-40EF-A77C-FFBC5ACCE5E7}" dt="2026-07-30T13:08:20.053" v="1823" actId="14100"/>
          <ac:cxnSpMkLst>
            <pc:docMk/>
            <pc:sldMk cId="505502277" sldId="261"/>
            <ac:cxnSpMk id="37" creationId="{7465E236-FF59-1F42-3B59-4E2CD2A6FB69}"/>
          </ac:cxnSpMkLst>
        </pc:cxnChg>
      </pc:sldChg>
      <pc:sldChg chg="addSp delSp modSp new mod setBg">
        <pc:chgData name="Rofiat Muhammad" userId="dc290707746958cf" providerId="LiveId" clId="{90209DFF-2DD7-40EF-A77C-FFBC5ACCE5E7}" dt="2026-08-04T20:37:50.033" v="1908" actId="1076"/>
        <pc:sldMkLst>
          <pc:docMk/>
          <pc:sldMk cId="3090845215" sldId="262"/>
        </pc:sldMkLst>
        <pc:spChg chg="del">
          <ac:chgData name="Rofiat Muhammad" userId="dc290707746958cf" providerId="LiveId" clId="{90209DFF-2DD7-40EF-A77C-FFBC5ACCE5E7}" dt="2026-08-04T20:26:05.927" v="1836" actId="478"/>
          <ac:spMkLst>
            <pc:docMk/>
            <pc:sldMk cId="3090845215" sldId="262"/>
            <ac:spMk id="2" creationId="{65FACE90-0EE2-D14F-17BA-0A02D23BB4E9}"/>
          </ac:spMkLst>
        </pc:spChg>
        <pc:spChg chg="del">
          <ac:chgData name="Rofiat Muhammad" userId="dc290707746958cf" providerId="LiveId" clId="{90209DFF-2DD7-40EF-A77C-FFBC5ACCE5E7}" dt="2026-08-04T20:26:09.773" v="1837" actId="478"/>
          <ac:spMkLst>
            <pc:docMk/>
            <pc:sldMk cId="3090845215" sldId="262"/>
            <ac:spMk id="3" creationId="{CA737B24-D37F-6DE2-D0A6-4CC625951CD8}"/>
          </ac:spMkLst>
        </pc:spChg>
        <pc:spChg chg="add mod">
          <ac:chgData name="Rofiat Muhammad" userId="dc290707746958cf" providerId="LiveId" clId="{90209DFF-2DD7-40EF-A77C-FFBC5ACCE5E7}" dt="2026-08-04T20:37:21.742" v="1904" actId="554"/>
          <ac:spMkLst>
            <pc:docMk/>
            <pc:sldMk cId="3090845215" sldId="262"/>
            <ac:spMk id="4" creationId="{C9D46991-B6EC-ABF3-FD50-9FE3FB72FE67}"/>
          </ac:spMkLst>
        </pc:spChg>
        <pc:spChg chg="add mod">
          <ac:chgData name="Rofiat Muhammad" userId="dc290707746958cf" providerId="LiveId" clId="{90209DFF-2DD7-40EF-A77C-FFBC5ACCE5E7}" dt="2026-08-04T20:32:27.272" v="1876" actId="553"/>
          <ac:spMkLst>
            <pc:docMk/>
            <pc:sldMk cId="3090845215" sldId="262"/>
            <ac:spMk id="6" creationId="{4CA01A8D-7DBA-2816-527D-C064F5B23FA1}"/>
          </ac:spMkLst>
        </pc:spChg>
        <pc:spChg chg="add del mod">
          <ac:chgData name="Rofiat Muhammad" userId="dc290707746958cf" providerId="LiveId" clId="{90209DFF-2DD7-40EF-A77C-FFBC5ACCE5E7}" dt="2026-08-04T20:31:29.453" v="1866" actId="478"/>
          <ac:spMkLst>
            <pc:docMk/>
            <pc:sldMk cId="3090845215" sldId="262"/>
            <ac:spMk id="8" creationId="{4DEF102A-6E42-D09C-2797-E9ACC113EB5B}"/>
          </ac:spMkLst>
        </pc:spChg>
        <pc:spChg chg="add del mod">
          <ac:chgData name="Rofiat Muhammad" userId="dc290707746958cf" providerId="LiveId" clId="{90209DFF-2DD7-40EF-A77C-FFBC5ACCE5E7}" dt="2026-08-04T20:31:29.453" v="1866" actId="478"/>
          <ac:spMkLst>
            <pc:docMk/>
            <pc:sldMk cId="3090845215" sldId="262"/>
            <ac:spMk id="10" creationId="{1058709D-2C9F-4BFB-D752-871FE8A982FC}"/>
          </ac:spMkLst>
        </pc:spChg>
        <pc:spChg chg="add del mod">
          <ac:chgData name="Rofiat Muhammad" userId="dc290707746958cf" providerId="LiveId" clId="{90209DFF-2DD7-40EF-A77C-FFBC5ACCE5E7}" dt="2026-08-04T20:31:29.453" v="1866" actId="478"/>
          <ac:spMkLst>
            <pc:docMk/>
            <pc:sldMk cId="3090845215" sldId="262"/>
            <ac:spMk id="12" creationId="{0C6E38C7-6AD6-8384-C541-B0C22162633B}"/>
          </ac:spMkLst>
        </pc:spChg>
        <pc:spChg chg="add mod">
          <ac:chgData name="Rofiat Muhammad" userId="dc290707746958cf" providerId="LiveId" clId="{90209DFF-2DD7-40EF-A77C-FFBC5ACCE5E7}" dt="2026-08-04T20:32:27.272" v="1876" actId="553"/>
          <ac:spMkLst>
            <pc:docMk/>
            <pc:sldMk cId="3090845215" sldId="262"/>
            <ac:spMk id="14" creationId="{089742F0-0927-E6C1-6B68-A1D4C717BB23}"/>
          </ac:spMkLst>
        </pc:spChg>
        <pc:spChg chg="add mod">
          <ac:chgData name="Rofiat Muhammad" userId="dc290707746958cf" providerId="LiveId" clId="{90209DFF-2DD7-40EF-A77C-FFBC5ACCE5E7}" dt="2026-08-04T20:32:27.272" v="1876" actId="553"/>
          <ac:spMkLst>
            <pc:docMk/>
            <pc:sldMk cId="3090845215" sldId="262"/>
            <ac:spMk id="16" creationId="{FAEC93D2-52F8-CED3-CF30-246D319D129D}"/>
          </ac:spMkLst>
        </pc:spChg>
        <pc:spChg chg="add mod">
          <ac:chgData name="Rofiat Muhammad" userId="dc290707746958cf" providerId="LiveId" clId="{90209DFF-2DD7-40EF-A77C-FFBC5ACCE5E7}" dt="2026-08-04T20:32:27.272" v="1876" actId="553"/>
          <ac:spMkLst>
            <pc:docMk/>
            <pc:sldMk cId="3090845215" sldId="262"/>
            <ac:spMk id="18" creationId="{BDFBDB28-2B45-6D3D-0267-7A1A346A4B63}"/>
          </ac:spMkLst>
        </pc:spChg>
        <pc:spChg chg="add mod">
          <ac:chgData name="Rofiat Muhammad" userId="dc290707746958cf" providerId="LiveId" clId="{90209DFF-2DD7-40EF-A77C-FFBC5ACCE5E7}" dt="2026-08-04T20:37:21.742" v="1904" actId="554"/>
          <ac:spMkLst>
            <pc:docMk/>
            <pc:sldMk cId="3090845215" sldId="262"/>
            <ac:spMk id="20" creationId="{709A8B63-7112-E76B-0D75-727021731BC8}"/>
          </ac:spMkLst>
        </pc:spChg>
        <pc:spChg chg="add del mod">
          <ac:chgData name="Rofiat Muhammad" userId="dc290707746958cf" providerId="LiveId" clId="{90209DFF-2DD7-40EF-A77C-FFBC5ACCE5E7}" dt="2026-08-04T20:35:02.183" v="1885" actId="478"/>
          <ac:spMkLst>
            <pc:docMk/>
            <pc:sldMk cId="3090845215" sldId="262"/>
            <ac:spMk id="22" creationId="{C1AC4887-B970-C899-3E41-1949BFEB7102}"/>
          </ac:spMkLst>
        </pc:spChg>
        <pc:spChg chg="add del">
          <ac:chgData name="Rofiat Muhammad" userId="dc290707746958cf" providerId="LiveId" clId="{90209DFF-2DD7-40EF-A77C-FFBC5ACCE5E7}" dt="2026-08-04T20:34:16.442" v="1883" actId="478"/>
          <ac:spMkLst>
            <pc:docMk/>
            <pc:sldMk cId="3090845215" sldId="262"/>
            <ac:spMk id="23" creationId="{27C62D94-5AA8-5F93-4C01-F9C322E529A9}"/>
          </ac:spMkLst>
        </pc:spChg>
        <pc:spChg chg="add del mod">
          <ac:chgData name="Rofiat Muhammad" userId="dc290707746958cf" providerId="LiveId" clId="{90209DFF-2DD7-40EF-A77C-FFBC5ACCE5E7}" dt="2026-08-04T20:35:31.382" v="1891" actId="478"/>
          <ac:spMkLst>
            <pc:docMk/>
            <pc:sldMk cId="3090845215" sldId="262"/>
            <ac:spMk id="25" creationId="{C34D7E33-DC57-13D0-52D3-22233B232D6F}"/>
          </ac:spMkLst>
        </pc:spChg>
        <pc:spChg chg="add del mod">
          <ac:chgData name="Rofiat Muhammad" userId="dc290707746958cf" providerId="LiveId" clId="{90209DFF-2DD7-40EF-A77C-FFBC5ACCE5E7}" dt="2026-08-04T20:35:29.602" v="1890" actId="478"/>
          <ac:spMkLst>
            <pc:docMk/>
            <pc:sldMk cId="3090845215" sldId="262"/>
            <ac:spMk id="27" creationId="{77913A38-6E77-37B8-3BC3-550932992D76}"/>
          </ac:spMkLst>
        </pc:spChg>
        <pc:spChg chg="add mod">
          <ac:chgData name="Rofiat Muhammad" userId="dc290707746958cf" providerId="LiveId" clId="{90209DFF-2DD7-40EF-A77C-FFBC5ACCE5E7}" dt="2026-08-04T20:37:21.742" v="1904" actId="554"/>
          <ac:spMkLst>
            <pc:docMk/>
            <pc:sldMk cId="3090845215" sldId="262"/>
            <ac:spMk id="29" creationId="{3EC46896-EF25-E4A2-0721-031E316CE3AC}"/>
          </ac:spMkLst>
        </pc:spChg>
        <pc:spChg chg="add mod">
          <ac:chgData name="Rofiat Muhammad" userId="dc290707746958cf" providerId="LiveId" clId="{90209DFF-2DD7-40EF-A77C-FFBC5ACCE5E7}" dt="2026-08-04T20:37:21.742" v="1904" actId="554"/>
          <ac:spMkLst>
            <pc:docMk/>
            <pc:sldMk cId="3090845215" sldId="262"/>
            <ac:spMk id="31" creationId="{D58FD729-C49F-A281-A6C2-A2444E6A70FB}"/>
          </ac:spMkLst>
        </pc:spChg>
        <pc:spChg chg="add mod">
          <ac:chgData name="Rofiat Muhammad" userId="dc290707746958cf" providerId="LiveId" clId="{90209DFF-2DD7-40EF-A77C-FFBC5ACCE5E7}" dt="2026-08-04T20:37:35.262" v="1906" actId="1076"/>
          <ac:spMkLst>
            <pc:docMk/>
            <pc:sldMk cId="3090845215" sldId="262"/>
            <ac:spMk id="33" creationId="{F25779C4-6772-42AE-4A90-0FA6CDF5F6B0}"/>
          </ac:spMkLst>
        </pc:spChg>
        <pc:spChg chg="add mod">
          <ac:chgData name="Rofiat Muhammad" userId="dc290707746958cf" providerId="LiveId" clId="{90209DFF-2DD7-40EF-A77C-FFBC5ACCE5E7}" dt="2026-08-04T20:37:50.033" v="1908" actId="1076"/>
          <ac:spMkLst>
            <pc:docMk/>
            <pc:sldMk cId="3090845215" sldId="262"/>
            <ac:spMk id="35" creationId="{AE4F89D8-191C-F509-4D43-16B42FCFC9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5804E-B48D-4750-B63D-00C9FC6193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3EE7E-CC94-4518-B0D2-CC344F92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3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EE7E-CC94-4518-B0D2-CC344F9277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98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B4E3-3F56-3924-BBD6-92ABEA48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87335-F739-BDF3-66A3-197BA76DD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CC96D-6781-0FCD-E677-C4C07BEDF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5A242-2118-3432-ACBE-09C92A02D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EE7E-CC94-4518-B0D2-CC344F9277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7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FB9EB-3D7B-68E5-8CDA-906B98BB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6611B-E8FD-ED03-0447-A686EDF52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82B0B-BDD7-5B88-F3E9-501404FF3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182F6-ACC7-8EC7-F9A4-7C73AC0C7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EE7E-CC94-4518-B0D2-CC344F9277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78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28309-A3D2-7790-A88D-CA4A68FDF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31AB2-C291-4D2E-5A6A-243B77F80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E25FD-0EE6-B5EB-D1BE-4A50318C6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E31EB-97CB-23F5-5B29-C894D132A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EE7E-CC94-4518-B0D2-CC344F9277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8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1BEA-F35F-7AE3-EBEA-E948EBC50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67F65-C693-1EAC-B657-6E415B839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28199-2650-351C-01F0-06D85130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043C3-2253-C40B-2281-2CD5A85F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85FD8-8EC4-C72F-0670-726F9C61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8F4E-8DB7-2B5F-881D-AE421F2F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D5BD-DFC5-3254-DC43-82EF9271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5487-DFFE-4FB2-EF0F-196B4AF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58DAD-F5F9-E99E-271D-635B9AFC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80BA-DBB3-390F-7CF6-1BA0E9D4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1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811C-43EE-C8D8-7633-934DBFFC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E3B2D-7FB6-2BB3-2248-F4FA0F46D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8FA60-F192-1691-23AE-7C1B0BA6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C6CFB-2238-C329-7ED3-BE4C001D4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EB70A-ED11-4BE3-0941-62F24165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0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BA37-083F-C068-AE00-A6970777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58DDA-6254-0489-ED54-6AB871132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3B9E0-0866-A7CB-59CF-4C11C2654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7EE5B-C09B-85CA-B9F4-F152C2FD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EE991-7AEC-3F7F-9EEC-3CB4AD2B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5CB64-FE9B-7C0F-5E67-0F73A6C3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9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BF19-2DFE-3049-1751-AA63D13F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D0C2A-363A-CABE-8254-4ED00C408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D23CF-827A-7CE3-4AC3-B6845F28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42469-26C2-2D91-ADBA-63561825F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AF0AE-D969-8E8A-06FD-14CEAF3EB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13626-FF0D-1232-7C09-A629F181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C9D709-EFEE-5A38-AC65-9CF20407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E0A3E-C7B7-7F9D-C46E-BFD312B2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36B9-A0E6-35E6-6439-14086182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86FB2-F2DD-B994-BB41-4B7026ED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47530-CF3C-1AF4-261C-103C4058C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A68EA-475A-4645-6E18-221516ED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0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F7BC8-D0D9-AEE7-F711-E92E355A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41AF1-7C5F-4C10-C7D7-894F6662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CD314-665F-1B14-17AA-FAF00BF1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5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71E4-E4A8-318F-F527-28E58D56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2F1C0-572E-E45A-4924-45541A06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F67D2-4DCE-748B-A6E0-C158758EF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9CE8A-317C-6619-DFF3-04E09B10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3B805-7F89-7919-FC46-74EEFB44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B6DAD-E583-6C9B-4D1C-2A093BD6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7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60F1F-1D8D-2FEE-47B0-E243BA158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E3A22-6F33-92CE-D734-AA7F5B4CB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BE979-E5E6-3F8D-518C-4C5AE9ADF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91B32-5A51-DA6E-7960-5A95AE16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2779F-EFE4-6A57-4734-279BF799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6098-E2A9-53C9-2359-7CC9349C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4FCA-B67C-1BEC-EF9C-E0EF4AF6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429DB-660B-02C9-E11A-3B7ED20FF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8FC22-BB23-972B-C653-B9AD9D3C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862A7-6657-BEC6-8726-336CB8B3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D9DAB-AACA-CB05-D948-5E8BFEAE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9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42560-5982-011B-EE84-ED299779D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11F52-1BCD-F33F-7F8B-A8F50EF35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08563-FAFC-2C2D-5D42-731B0D264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50BA-57C6-600B-4CCF-FA205CFE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09B18-EEBB-F548-B021-A0DDBEBE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2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758E6-CCBE-AC51-61E1-57E06B93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41821-636D-5E03-0E6F-4F0DAC497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5F009-1EB2-413A-C985-C403EF3A2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906E0-8C2C-40FC-9FCE-EEBDA06424A9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1242E-7878-A24D-4BCC-BF57F829C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334A0-5569-2B70-4811-506565E97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4E428-E638-4D6F-9AFD-C1AC8DF8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3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3A72AEB-3079-F3CF-F47F-5EC53EA5CE7C}"/>
              </a:ext>
            </a:extLst>
          </p:cNvPr>
          <p:cNvGrpSpPr/>
          <p:nvPr/>
        </p:nvGrpSpPr>
        <p:grpSpPr>
          <a:xfrm>
            <a:off x="176530" y="228600"/>
            <a:ext cx="11838940" cy="6400800"/>
            <a:chOff x="176530" y="228600"/>
            <a:chExt cx="11838940" cy="6400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99B5164-D55B-0913-E4F9-EFB0246AF9B1}"/>
                </a:ext>
              </a:extLst>
            </p:cNvPr>
            <p:cNvSpPr/>
            <p:nvPr/>
          </p:nvSpPr>
          <p:spPr>
            <a:xfrm>
              <a:off x="176530" y="228600"/>
              <a:ext cx="11838940" cy="6400800"/>
            </a:xfrm>
            <a:prstGeom prst="roundRect">
              <a:avLst>
                <a:gd name="adj" fmla="val 3809"/>
              </a:avLst>
            </a:prstGeom>
            <a:solidFill>
              <a:srgbClr val="E7E8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6AC92B-C8A6-289F-F49C-E54E25AC3CB1}"/>
                </a:ext>
              </a:extLst>
            </p:cNvPr>
            <p:cNvSpPr/>
            <p:nvPr/>
          </p:nvSpPr>
          <p:spPr>
            <a:xfrm>
              <a:off x="2150806" y="1015505"/>
              <a:ext cx="1874520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A9EA28D-A186-A2AE-62D2-32CBFEFE08E8}"/>
                </a:ext>
              </a:extLst>
            </p:cNvPr>
            <p:cNvSpPr/>
            <p:nvPr/>
          </p:nvSpPr>
          <p:spPr>
            <a:xfrm>
              <a:off x="2143824" y="2132089"/>
              <a:ext cx="5811254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AD3194-06B1-9A6F-4DDD-1062C3F8E2E4}"/>
                </a:ext>
              </a:extLst>
            </p:cNvPr>
            <p:cNvSpPr/>
            <p:nvPr/>
          </p:nvSpPr>
          <p:spPr>
            <a:xfrm>
              <a:off x="8045435" y="2132089"/>
              <a:ext cx="3839396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4D51C2-DC9F-B280-D8FC-E9B66709DD4D}"/>
                </a:ext>
              </a:extLst>
            </p:cNvPr>
            <p:cNvSpPr/>
            <p:nvPr/>
          </p:nvSpPr>
          <p:spPr>
            <a:xfrm>
              <a:off x="2150806" y="4366218"/>
              <a:ext cx="2834640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F46B39-CF1E-E6C6-FB84-B864CB335450}"/>
                </a:ext>
              </a:extLst>
            </p:cNvPr>
            <p:cNvSpPr/>
            <p:nvPr/>
          </p:nvSpPr>
          <p:spPr>
            <a:xfrm>
              <a:off x="8045435" y="4366218"/>
              <a:ext cx="3839396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C68FF1B-AFCE-7D66-16E1-06930438F64E}"/>
                </a:ext>
              </a:extLst>
            </p:cNvPr>
            <p:cNvSpPr/>
            <p:nvPr/>
          </p:nvSpPr>
          <p:spPr>
            <a:xfrm>
              <a:off x="5081994" y="4366218"/>
              <a:ext cx="2873084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9A22AFB-261F-E126-5AAA-FB7666A5DEA2}"/>
                </a:ext>
              </a:extLst>
            </p:cNvPr>
            <p:cNvSpPr/>
            <p:nvPr/>
          </p:nvSpPr>
          <p:spPr>
            <a:xfrm>
              <a:off x="4115682" y="1015505"/>
              <a:ext cx="1874520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523357-CDF6-E1FE-19B8-424959B0C469}"/>
                </a:ext>
              </a:extLst>
            </p:cNvPr>
            <p:cNvSpPr/>
            <p:nvPr/>
          </p:nvSpPr>
          <p:spPr>
            <a:xfrm>
              <a:off x="6080558" y="1015505"/>
              <a:ext cx="1874520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EF3EFEB-FC7D-1911-C555-9BA97ECFD54E}"/>
                </a:ext>
              </a:extLst>
            </p:cNvPr>
            <p:cNvSpPr/>
            <p:nvPr/>
          </p:nvSpPr>
          <p:spPr>
            <a:xfrm>
              <a:off x="8045434" y="1015505"/>
              <a:ext cx="1874520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757AD4-AF55-DD57-C346-9CD546D54C7C}"/>
                </a:ext>
              </a:extLst>
            </p:cNvPr>
            <p:cNvSpPr/>
            <p:nvPr/>
          </p:nvSpPr>
          <p:spPr>
            <a:xfrm>
              <a:off x="10010310" y="1015505"/>
              <a:ext cx="1874520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5AD3BCA-4A4B-D440-705A-CEC1DAEF995E}"/>
                </a:ext>
              </a:extLst>
            </p:cNvPr>
            <p:cNvCxnSpPr>
              <a:cxnSpLocks/>
            </p:cNvCxnSpPr>
            <p:nvPr/>
          </p:nvCxnSpPr>
          <p:spPr>
            <a:xfrm>
              <a:off x="2038244" y="969425"/>
              <a:ext cx="9846586" cy="0"/>
            </a:xfrm>
            <a:prstGeom prst="line">
              <a:avLst/>
            </a:prstGeom>
            <a:ln w="25400">
              <a:solidFill>
                <a:srgbClr val="4D5C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112F13F8-BEB6-40E8-705C-FEEB8D5BC6D6}"/>
                </a:ext>
              </a:extLst>
            </p:cNvPr>
            <p:cNvSpPr/>
            <p:nvPr/>
          </p:nvSpPr>
          <p:spPr>
            <a:xfrm rot="16200000">
              <a:off x="-1912206" y="2557249"/>
              <a:ext cx="6201705" cy="1743502"/>
            </a:xfrm>
            <a:prstGeom prst="round2SameRect">
              <a:avLst>
                <a:gd name="adj1" fmla="val 11989"/>
                <a:gd name="adj2" fmla="val 0"/>
              </a:avLst>
            </a:prstGeom>
            <a:solidFill>
              <a:srgbClr val="2C5E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Single Corner Rounded 42">
              <a:extLst>
                <a:ext uri="{FF2B5EF4-FFF2-40B4-BE49-F238E27FC236}">
                  <a16:creationId xmlns:a16="http://schemas.microsoft.com/office/drawing/2014/main" id="{541FEECD-E8C7-7603-8354-F93C084B9A8F}"/>
                </a:ext>
              </a:extLst>
            </p:cNvPr>
            <p:cNvSpPr/>
            <p:nvPr/>
          </p:nvSpPr>
          <p:spPr>
            <a:xfrm>
              <a:off x="2060396" y="328147"/>
              <a:ext cx="9814709" cy="595199"/>
            </a:xfrm>
            <a:prstGeom prst="round1Rect">
              <a:avLst>
                <a:gd name="adj" fmla="val 41795"/>
              </a:avLst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3D3C229-1EC8-8758-7C47-EF16228BADE5}"/>
                </a:ext>
              </a:extLst>
            </p:cNvPr>
            <p:cNvSpPr txBox="1"/>
            <p:nvPr/>
          </p:nvSpPr>
          <p:spPr>
            <a:xfrm>
              <a:off x="2143824" y="369349"/>
              <a:ext cx="4927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ora" pitchFamily="2" charset="0"/>
                </a:rPr>
                <a:t>Pharmacy Sales and  Profitability Analysis </a:t>
              </a:r>
              <a:endParaRPr lang="en-US" dirty="0">
                <a:latin typeface="Lora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04BD1D8-AA2B-E407-9CD5-A4BE7A6AFDBF}"/>
                </a:ext>
              </a:extLst>
            </p:cNvPr>
            <p:cNvSpPr txBox="1"/>
            <p:nvPr/>
          </p:nvSpPr>
          <p:spPr>
            <a:xfrm>
              <a:off x="2143824" y="661648"/>
              <a:ext cx="49275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latin typeface="Lora" pitchFamily="2" charset="0"/>
                </a:rPr>
                <a:t>Executive Overview</a:t>
              </a:r>
              <a:endParaRPr lang="en-US" sz="1400" dirty="0">
                <a:latin typeface="Lora" pitchFamily="2" charset="0"/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9A90DF4-378B-7F40-2201-A75BCC6ADD71}"/>
                </a:ext>
              </a:extLst>
            </p:cNvPr>
            <p:cNvCxnSpPr/>
            <p:nvPr/>
          </p:nvCxnSpPr>
          <p:spPr>
            <a:xfrm>
              <a:off x="448740" y="3429000"/>
              <a:ext cx="1479812" cy="0"/>
            </a:xfrm>
            <a:prstGeom prst="line">
              <a:avLst/>
            </a:prstGeom>
            <a:ln w="25400">
              <a:solidFill>
                <a:srgbClr val="F6F7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19F66BF8-FEE1-9BE0-F5BF-B0BA65365EC1}"/>
                </a:ext>
              </a:extLst>
            </p:cNvPr>
            <p:cNvSpPr/>
            <p:nvPr/>
          </p:nvSpPr>
          <p:spPr>
            <a:xfrm>
              <a:off x="910227" y="5829781"/>
              <a:ext cx="532493" cy="535946"/>
            </a:xfrm>
            <a:prstGeom prst="flowChartConnector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2E813AA-0242-59F6-CAE1-E25ACBCCD544}"/>
                </a:ext>
              </a:extLst>
            </p:cNvPr>
            <p:cNvSpPr txBox="1"/>
            <p:nvPr/>
          </p:nvSpPr>
          <p:spPr>
            <a:xfrm>
              <a:off x="6156960" y="661648"/>
              <a:ext cx="195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Lora" pitchFamily="2" charset="0"/>
                </a:rPr>
                <a:t>Overview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C871B68-5D41-BB2C-A7D4-B4F01D2401AE}"/>
                </a:ext>
              </a:extLst>
            </p:cNvPr>
            <p:cNvSpPr txBox="1"/>
            <p:nvPr/>
          </p:nvSpPr>
          <p:spPr>
            <a:xfrm>
              <a:off x="208926" y="1895543"/>
              <a:ext cx="195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EEF8FF"/>
                  </a:solidFill>
                  <a:latin typeface="Lora" pitchFamily="2" charset="0"/>
                </a:rPr>
                <a:t>Pharmacy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D66FE6D-51F4-566F-F9A7-58A0A26C5B97}"/>
                </a:ext>
              </a:extLst>
            </p:cNvPr>
            <p:cNvSpPr txBox="1"/>
            <p:nvPr/>
          </p:nvSpPr>
          <p:spPr>
            <a:xfrm>
              <a:off x="184384" y="2289477"/>
              <a:ext cx="195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EEF8FF"/>
                  </a:solidFill>
                  <a:latin typeface="Lora" pitchFamily="2" charset="0"/>
                </a:rPr>
                <a:t>Product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5274100-7FDD-7BA3-1146-0C6A504C45D3}"/>
                </a:ext>
              </a:extLst>
            </p:cNvPr>
            <p:cNvSpPr txBox="1"/>
            <p:nvPr/>
          </p:nvSpPr>
          <p:spPr>
            <a:xfrm>
              <a:off x="8966135" y="317358"/>
              <a:ext cx="2164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Lora" pitchFamily="2" charset="0"/>
                </a:rPr>
                <a:t>Muhammad Rofiat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920DC58-527B-57B4-641B-E915DFE376C8}"/>
                </a:ext>
              </a:extLst>
            </p:cNvPr>
            <p:cNvSpPr txBox="1"/>
            <p:nvPr/>
          </p:nvSpPr>
          <p:spPr>
            <a:xfrm>
              <a:off x="9725777" y="632090"/>
              <a:ext cx="135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>
                  <a:latin typeface="Lora" pitchFamily="2" charset="0"/>
                </a:rPr>
                <a:t>Data Analyst</a:t>
              </a:r>
              <a:endParaRPr lang="en-US" sz="1200" dirty="0">
                <a:latin typeface="Lora" pitchFamily="2" charset="0"/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A6BAF1F-E86A-6998-5DDE-EA0E1263C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15092" y="377920"/>
              <a:ext cx="491958" cy="491958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B7B7114-C30A-28DE-F162-43ACCEF98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61" t="10040" r="22979" b="11063"/>
            <a:stretch>
              <a:fillRect/>
            </a:stretch>
          </p:blipFill>
          <p:spPr>
            <a:xfrm>
              <a:off x="910227" y="425118"/>
              <a:ext cx="579827" cy="843103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4FD48AD9-31B2-2B89-AA3A-E0027C802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390" y="5879507"/>
              <a:ext cx="434166" cy="434166"/>
            </a:xfrm>
            <a:prstGeom prst="rect">
              <a:avLst/>
            </a:prstGeom>
          </p:spPr>
        </p:pic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A545AEE-F449-33EC-1A7A-1DACE2933186}"/>
                </a:ext>
              </a:extLst>
            </p:cNvPr>
            <p:cNvGrpSpPr/>
            <p:nvPr/>
          </p:nvGrpSpPr>
          <p:grpSpPr>
            <a:xfrm>
              <a:off x="439562" y="3455694"/>
              <a:ext cx="1479812" cy="500866"/>
              <a:chOff x="439562" y="3287521"/>
              <a:chExt cx="1479812" cy="500866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7F25AED-566E-1FCB-EA3E-CFB910531955}"/>
                  </a:ext>
                </a:extLst>
              </p:cNvPr>
              <p:cNvSpPr/>
              <p:nvPr/>
            </p:nvSpPr>
            <p:spPr>
              <a:xfrm>
                <a:off x="439562" y="3511388"/>
                <a:ext cx="1479812" cy="276999"/>
              </a:xfrm>
              <a:prstGeom prst="round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99483A-5A39-1B7E-A032-E39D79C5A5D5}"/>
                  </a:ext>
                </a:extLst>
              </p:cNvPr>
              <p:cNvSpPr txBox="1"/>
              <p:nvPr/>
            </p:nvSpPr>
            <p:spPr>
              <a:xfrm>
                <a:off x="439562" y="3287521"/>
                <a:ext cx="13666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EEF8FF"/>
                    </a:solidFill>
                    <a:latin typeface="Lora" pitchFamily="2" charset="0"/>
                  </a:rPr>
                  <a:t>Year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B2A7FAA-A637-513A-AF3E-1B9F37101016}"/>
                </a:ext>
              </a:extLst>
            </p:cNvPr>
            <p:cNvGrpSpPr/>
            <p:nvPr/>
          </p:nvGrpSpPr>
          <p:grpSpPr>
            <a:xfrm>
              <a:off x="448740" y="4111268"/>
              <a:ext cx="1479812" cy="500866"/>
              <a:chOff x="439562" y="3287521"/>
              <a:chExt cx="1479812" cy="500866"/>
            </a:xfrm>
          </p:grpSpPr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3CE7617C-58DE-DBBA-22B5-B5CA91B4C6F4}"/>
                  </a:ext>
                </a:extLst>
              </p:cNvPr>
              <p:cNvSpPr/>
              <p:nvPr/>
            </p:nvSpPr>
            <p:spPr>
              <a:xfrm>
                <a:off x="439562" y="3511388"/>
                <a:ext cx="1479812" cy="276999"/>
              </a:xfrm>
              <a:prstGeom prst="round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4F2DEA3-9197-B8A2-3E86-68565D5D7DA5}"/>
                  </a:ext>
                </a:extLst>
              </p:cNvPr>
              <p:cNvSpPr txBox="1"/>
              <p:nvPr/>
            </p:nvSpPr>
            <p:spPr>
              <a:xfrm>
                <a:off x="439562" y="3287521"/>
                <a:ext cx="13666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EEF8FF"/>
                    </a:solidFill>
                    <a:latin typeface="Lora" pitchFamily="2" charset="0"/>
                  </a:rPr>
                  <a:t>Month</a:t>
                </a: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4E2E7D3-B8C3-8FF8-0835-5572CB5A7A49}"/>
                </a:ext>
              </a:extLst>
            </p:cNvPr>
            <p:cNvGrpSpPr/>
            <p:nvPr/>
          </p:nvGrpSpPr>
          <p:grpSpPr>
            <a:xfrm>
              <a:off x="448740" y="4739110"/>
              <a:ext cx="1479812" cy="500866"/>
              <a:chOff x="439562" y="3287521"/>
              <a:chExt cx="1479812" cy="500866"/>
            </a:xfrm>
          </p:grpSpPr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B1C96E5B-65FB-353A-A5BA-0E875BF91539}"/>
                  </a:ext>
                </a:extLst>
              </p:cNvPr>
              <p:cNvSpPr/>
              <p:nvPr/>
            </p:nvSpPr>
            <p:spPr>
              <a:xfrm>
                <a:off x="439562" y="3511388"/>
                <a:ext cx="1479812" cy="276999"/>
              </a:xfrm>
              <a:prstGeom prst="round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EC008DA-419E-C8A3-D586-A6B1703A9930}"/>
                  </a:ext>
                </a:extLst>
              </p:cNvPr>
              <p:cNvSpPr txBox="1"/>
              <p:nvPr/>
            </p:nvSpPr>
            <p:spPr>
              <a:xfrm>
                <a:off x="439562" y="3287521"/>
                <a:ext cx="13666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EEF8FF"/>
                    </a:solidFill>
                    <a:latin typeface="Lora" pitchFamily="2" charset="0"/>
                  </a:rPr>
                  <a:t>Country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6C5753-FAE5-00EE-5F1F-96EFA3ACC71B}"/>
                </a:ext>
              </a:extLst>
            </p:cNvPr>
            <p:cNvSpPr txBox="1"/>
            <p:nvPr/>
          </p:nvSpPr>
          <p:spPr>
            <a:xfrm>
              <a:off x="516799" y="3092277"/>
              <a:ext cx="13666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EEF8FF"/>
                  </a:solidFill>
                  <a:latin typeface="Lora" pitchFamily="2" charset="0"/>
                </a:rPr>
                <a:t>Filters Pane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613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55D1B-1154-07D6-59DF-88981C8F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3A8771-2026-617E-CAF2-253C07C649B9}"/>
              </a:ext>
            </a:extLst>
          </p:cNvPr>
          <p:cNvSpPr/>
          <p:nvPr/>
        </p:nvSpPr>
        <p:spPr>
          <a:xfrm>
            <a:off x="176530" y="228600"/>
            <a:ext cx="11838940" cy="6400800"/>
          </a:xfrm>
          <a:prstGeom prst="roundRect">
            <a:avLst>
              <a:gd name="adj" fmla="val 3809"/>
            </a:avLst>
          </a:prstGeom>
          <a:solidFill>
            <a:srgbClr val="E7E8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21905F-6800-ED08-9D41-1B00EAAF40EB}"/>
              </a:ext>
            </a:extLst>
          </p:cNvPr>
          <p:cNvGrpSpPr/>
          <p:nvPr/>
        </p:nvGrpSpPr>
        <p:grpSpPr>
          <a:xfrm>
            <a:off x="2143823" y="4360393"/>
            <a:ext cx="9741007" cy="2163635"/>
            <a:chOff x="2143824" y="2132089"/>
            <a:chExt cx="9741007" cy="216363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8F3C8D-337B-749A-B589-0F0987C4CA35}"/>
                </a:ext>
              </a:extLst>
            </p:cNvPr>
            <p:cNvSpPr/>
            <p:nvPr/>
          </p:nvSpPr>
          <p:spPr>
            <a:xfrm>
              <a:off x="2143824" y="2132089"/>
              <a:ext cx="5811254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073988B-5297-B0B3-0CA9-EF239B069CDF}"/>
                </a:ext>
              </a:extLst>
            </p:cNvPr>
            <p:cNvSpPr/>
            <p:nvPr/>
          </p:nvSpPr>
          <p:spPr>
            <a:xfrm>
              <a:off x="8045435" y="2132089"/>
              <a:ext cx="3839396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CDA35-4D3F-ED2B-E058-F1443952943F}"/>
              </a:ext>
            </a:extLst>
          </p:cNvPr>
          <p:cNvGrpSpPr/>
          <p:nvPr/>
        </p:nvGrpSpPr>
        <p:grpSpPr>
          <a:xfrm>
            <a:off x="2150805" y="2130595"/>
            <a:ext cx="9734025" cy="2163635"/>
            <a:chOff x="2150806" y="4366218"/>
            <a:chExt cx="9734025" cy="21636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E15E325-2806-E380-554E-71AB35F0FBE8}"/>
                </a:ext>
              </a:extLst>
            </p:cNvPr>
            <p:cNvSpPr/>
            <p:nvPr/>
          </p:nvSpPr>
          <p:spPr>
            <a:xfrm>
              <a:off x="2150806" y="4366218"/>
              <a:ext cx="2834640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7E0CA2-32D0-0F20-D546-D782CA34DD13}"/>
                </a:ext>
              </a:extLst>
            </p:cNvPr>
            <p:cNvSpPr/>
            <p:nvPr/>
          </p:nvSpPr>
          <p:spPr>
            <a:xfrm>
              <a:off x="8045435" y="4366218"/>
              <a:ext cx="3839396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72011B-0B8E-80B7-86FE-3BDC07552316}"/>
                </a:ext>
              </a:extLst>
            </p:cNvPr>
            <p:cNvSpPr/>
            <p:nvPr/>
          </p:nvSpPr>
          <p:spPr>
            <a:xfrm>
              <a:off x="5081994" y="4366218"/>
              <a:ext cx="2873084" cy="2163635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49EF1E-9B7F-49A2-15E0-8C86BF2C13EC}"/>
              </a:ext>
            </a:extLst>
          </p:cNvPr>
          <p:cNvCxnSpPr>
            <a:cxnSpLocks/>
          </p:cNvCxnSpPr>
          <p:nvPr/>
        </p:nvCxnSpPr>
        <p:spPr>
          <a:xfrm>
            <a:off x="2038244" y="969425"/>
            <a:ext cx="9846586" cy="0"/>
          </a:xfrm>
          <a:prstGeom prst="line">
            <a:avLst/>
          </a:prstGeom>
          <a:ln w="25400">
            <a:solidFill>
              <a:srgbClr val="4D5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7038F7-A8E6-B356-4D74-56B594BA8BC9}"/>
              </a:ext>
            </a:extLst>
          </p:cNvPr>
          <p:cNvSpPr/>
          <p:nvPr/>
        </p:nvSpPr>
        <p:spPr>
          <a:xfrm rot="16200000">
            <a:off x="-1912206" y="2557249"/>
            <a:ext cx="6201705" cy="1743502"/>
          </a:xfrm>
          <a:prstGeom prst="round2SameRect">
            <a:avLst>
              <a:gd name="adj1" fmla="val 11989"/>
              <a:gd name="adj2" fmla="val 0"/>
            </a:avLst>
          </a:prstGeom>
          <a:solidFill>
            <a:srgbClr val="2C5E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Single Corner Rounded 42">
            <a:extLst>
              <a:ext uri="{FF2B5EF4-FFF2-40B4-BE49-F238E27FC236}">
                <a16:creationId xmlns:a16="http://schemas.microsoft.com/office/drawing/2014/main" id="{F5FDEF20-103F-0854-C80F-CA3206E18022}"/>
              </a:ext>
            </a:extLst>
          </p:cNvPr>
          <p:cNvSpPr/>
          <p:nvPr/>
        </p:nvSpPr>
        <p:spPr>
          <a:xfrm>
            <a:off x="2060396" y="328147"/>
            <a:ext cx="9824434" cy="595199"/>
          </a:xfrm>
          <a:prstGeom prst="round1Rect">
            <a:avLst>
              <a:gd name="adj" fmla="val 41795"/>
            </a:avLst>
          </a:prstGeom>
          <a:solidFill>
            <a:srgbClr val="EE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61ED5D-5C2B-B9B5-8ED0-6922C74F9C15}"/>
              </a:ext>
            </a:extLst>
          </p:cNvPr>
          <p:cNvSpPr txBox="1"/>
          <p:nvPr/>
        </p:nvSpPr>
        <p:spPr>
          <a:xfrm>
            <a:off x="2143824" y="369349"/>
            <a:ext cx="4927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Lora" pitchFamily="2" charset="0"/>
              </a:rPr>
              <a:t>Pharmacy Sales and  Profitability Analysis </a:t>
            </a:r>
            <a:endParaRPr lang="en-US" dirty="0">
              <a:latin typeface="Lora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B6BD6C-0E00-A491-2776-6501824EB28C}"/>
              </a:ext>
            </a:extLst>
          </p:cNvPr>
          <p:cNvSpPr txBox="1"/>
          <p:nvPr/>
        </p:nvSpPr>
        <p:spPr>
          <a:xfrm>
            <a:off x="2143824" y="661648"/>
            <a:ext cx="4927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ra" pitchFamily="2" charset="0"/>
              </a:rPr>
              <a:t>Product Performance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DCD4ADF9-4426-BC6C-922A-24BB45BA3055}"/>
              </a:ext>
            </a:extLst>
          </p:cNvPr>
          <p:cNvSpPr/>
          <p:nvPr/>
        </p:nvSpPr>
        <p:spPr>
          <a:xfrm>
            <a:off x="910227" y="5829781"/>
            <a:ext cx="532493" cy="535946"/>
          </a:xfrm>
          <a:prstGeom prst="flowChartConnector">
            <a:avLst/>
          </a:prstGeom>
          <a:solidFill>
            <a:srgbClr val="EE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FDDBE6-02D3-768E-5EB6-230AEEAA8CC9}"/>
              </a:ext>
            </a:extLst>
          </p:cNvPr>
          <p:cNvSpPr txBox="1"/>
          <p:nvPr/>
        </p:nvSpPr>
        <p:spPr>
          <a:xfrm>
            <a:off x="208926" y="1501608"/>
            <a:ext cx="195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EEF8FF"/>
                </a:solidFill>
                <a:latin typeface="Lora" pitchFamily="2" charset="0"/>
              </a:rPr>
              <a:t>Overview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16ED27-2D22-E5A0-BCE8-50764844E57E}"/>
              </a:ext>
            </a:extLst>
          </p:cNvPr>
          <p:cNvSpPr txBox="1"/>
          <p:nvPr/>
        </p:nvSpPr>
        <p:spPr>
          <a:xfrm>
            <a:off x="208926" y="1895543"/>
            <a:ext cx="195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EEF8FF"/>
                </a:solidFill>
                <a:latin typeface="Lora" pitchFamily="2" charset="0"/>
              </a:rPr>
              <a:t>Pharmacy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614763-A79E-AE96-FD47-7114A67E2A5E}"/>
              </a:ext>
            </a:extLst>
          </p:cNvPr>
          <p:cNvSpPr txBox="1"/>
          <p:nvPr/>
        </p:nvSpPr>
        <p:spPr>
          <a:xfrm>
            <a:off x="184384" y="2289477"/>
            <a:ext cx="1959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EEF8FF"/>
                </a:solidFill>
                <a:latin typeface="Lora" pitchFamily="2" charset="0"/>
              </a:rPr>
              <a:t>Product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23E3FA-66CD-8E09-DF66-1D897D1C24C7}"/>
              </a:ext>
            </a:extLst>
          </p:cNvPr>
          <p:cNvSpPr txBox="1"/>
          <p:nvPr/>
        </p:nvSpPr>
        <p:spPr>
          <a:xfrm>
            <a:off x="8966135" y="317358"/>
            <a:ext cx="2164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Lora" pitchFamily="2" charset="0"/>
              </a:rPr>
              <a:t>Muhammad Rofiat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F0997D-6233-3022-D2E2-687BDF807AE1}"/>
              </a:ext>
            </a:extLst>
          </p:cNvPr>
          <p:cNvSpPr txBox="1"/>
          <p:nvPr/>
        </p:nvSpPr>
        <p:spPr>
          <a:xfrm>
            <a:off x="9725777" y="632090"/>
            <a:ext cx="1358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Lora" pitchFamily="2" charset="0"/>
              </a:rPr>
              <a:t>Data Analyst</a:t>
            </a:r>
            <a:endParaRPr lang="en-US" sz="1200" dirty="0">
              <a:latin typeface="Lora" pitchFamily="2" charset="0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29334D6A-3515-1948-0E2D-4D78580DC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92" y="377920"/>
            <a:ext cx="491958" cy="49195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6822E96-FE14-5BDC-0BFD-AD0257D2B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1" t="10040" r="22979" b="11063"/>
          <a:stretch>
            <a:fillRect/>
          </a:stretch>
        </p:blipFill>
        <p:spPr>
          <a:xfrm>
            <a:off x="910227" y="425118"/>
            <a:ext cx="579827" cy="843103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BBBE2642-71E4-1F00-273A-F7B27F2416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90" y="5879507"/>
            <a:ext cx="434166" cy="4341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715A94-D82E-4A01-303E-90C6E721B1F1}"/>
              </a:ext>
            </a:extLst>
          </p:cNvPr>
          <p:cNvSpPr/>
          <p:nvPr/>
        </p:nvSpPr>
        <p:spPr>
          <a:xfrm>
            <a:off x="2163637" y="1016550"/>
            <a:ext cx="2359152" cy="1056248"/>
          </a:xfrm>
          <a:prstGeom prst="rect">
            <a:avLst/>
          </a:prstGeom>
          <a:solidFill>
            <a:srgbClr val="EE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4E8AA3-17B9-A492-666A-364DCA969C6C}"/>
              </a:ext>
            </a:extLst>
          </p:cNvPr>
          <p:cNvSpPr/>
          <p:nvPr/>
        </p:nvSpPr>
        <p:spPr>
          <a:xfrm>
            <a:off x="4626028" y="1028267"/>
            <a:ext cx="2359152" cy="1056248"/>
          </a:xfrm>
          <a:prstGeom prst="rect">
            <a:avLst/>
          </a:prstGeom>
          <a:solidFill>
            <a:srgbClr val="EE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0B400-5F6F-52E5-67B5-797FFF45B9A2}"/>
              </a:ext>
            </a:extLst>
          </p:cNvPr>
          <p:cNvSpPr/>
          <p:nvPr/>
        </p:nvSpPr>
        <p:spPr>
          <a:xfrm>
            <a:off x="7067648" y="1006547"/>
            <a:ext cx="2359152" cy="1056248"/>
          </a:xfrm>
          <a:prstGeom prst="rect">
            <a:avLst/>
          </a:prstGeom>
          <a:solidFill>
            <a:srgbClr val="EE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7CF1B1-3526-E712-70DB-76292E1B6826}"/>
              </a:ext>
            </a:extLst>
          </p:cNvPr>
          <p:cNvSpPr/>
          <p:nvPr/>
        </p:nvSpPr>
        <p:spPr>
          <a:xfrm>
            <a:off x="9530039" y="1006547"/>
            <a:ext cx="2359152" cy="1056248"/>
          </a:xfrm>
          <a:prstGeom prst="rect">
            <a:avLst/>
          </a:prstGeom>
          <a:solidFill>
            <a:srgbClr val="EEF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D6A6E1-9E2B-E904-F3F6-02B8B0629AF0}"/>
              </a:ext>
            </a:extLst>
          </p:cNvPr>
          <p:cNvGrpSpPr/>
          <p:nvPr/>
        </p:nvGrpSpPr>
        <p:grpSpPr>
          <a:xfrm>
            <a:off x="439562" y="3455694"/>
            <a:ext cx="1479812" cy="500866"/>
            <a:chOff x="439562" y="3287521"/>
            <a:chExt cx="1479812" cy="5008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8C6EC8B-C7F2-11F9-20A3-65FB393157B7}"/>
                </a:ext>
              </a:extLst>
            </p:cNvPr>
            <p:cNvSpPr/>
            <p:nvPr/>
          </p:nvSpPr>
          <p:spPr>
            <a:xfrm>
              <a:off x="439562" y="3511388"/>
              <a:ext cx="1479812" cy="276999"/>
            </a:xfrm>
            <a:prstGeom prst="round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E9DE82-D2A3-FBA8-71C0-D8D43CF0304E}"/>
                </a:ext>
              </a:extLst>
            </p:cNvPr>
            <p:cNvSpPr txBox="1"/>
            <p:nvPr/>
          </p:nvSpPr>
          <p:spPr>
            <a:xfrm>
              <a:off x="439562" y="3287521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Category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20A1D-1257-F304-531E-D7D821747E07}"/>
              </a:ext>
            </a:extLst>
          </p:cNvPr>
          <p:cNvGrpSpPr/>
          <p:nvPr/>
        </p:nvGrpSpPr>
        <p:grpSpPr>
          <a:xfrm>
            <a:off x="448740" y="4111268"/>
            <a:ext cx="1479812" cy="500866"/>
            <a:chOff x="439562" y="3287521"/>
            <a:chExt cx="1479812" cy="50086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6155E2C-83D9-604A-3C69-34E054461F8D}"/>
                </a:ext>
              </a:extLst>
            </p:cNvPr>
            <p:cNvSpPr/>
            <p:nvPr/>
          </p:nvSpPr>
          <p:spPr>
            <a:xfrm>
              <a:off x="439562" y="3511388"/>
              <a:ext cx="1479812" cy="276999"/>
            </a:xfrm>
            <a:prstGeom prst="round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E4A90E-750C-D489-464A-4EC20394ADAA}"/>
                </a:ext>
              </a:extLst>
            </p:cNvPr>
            <p:cNvSpPr txBox="1"/>
            <p:nvPr/>
          </p:nvSpPr>
          <p:spPr>
            <a:xfrm>
              <a:off x="439562" y="3287521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Brand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709851-2FA3-E7C0-A8B5-838C81BE191D}"/>
              </a:ext>
            </a:extLst>
          </p:cNvPr>
          <p:cNvGrpSpPr/>
          <p:nvPr/>
        </p:nvGrpSpPr>
        <p:grpSpPr>
          <a:xfrm>
            <a:off x="448740" y="4739110"/>
            <a:ext cx="1479812" cy="500866"/>
            <a:chOff x="439562" y="3287521"/>
            <a:chExt cx="1479812" cy="50086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4792A41-06C6-9921-05B3-A40DDB24E343}"/>
                </a:ext>
              </a:extLst>
            </p:cNvPr>
            <p:cNvSpPr/>
            <p:nvPr/>
          </p:nvSpPr>
          <p:spPr>
            <a:xfrm>
              <a:off x="439562" y="3511388"/>
              <a:ext cx="1479812" cy="276999"/>
            </a:xfrm>
            <a:prstGeom prst="round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22C06E-9D24-7549-386E-52401B933AFA}"/>
                </a:ext>
              </a:extLst>
            </p:cNvPr>
            <p:cNvSpPr txBox="1"/>
            <p:nvPr/>
          </p:nvSpPr>
          <p:spPr>
            <a:xfrm>
              <a:off x="439562" y="3287521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Promo Flag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390EB0-E32B-EAE6-6C18-B51609A6CC79}"/>
              </a:ext>
            </a:extLst>
          </p:cNvPr>
          <p:cNvCxnSpPr/>
          <p:nvPr/>
        </p:nvCxnSpPr>
        <p:spPr>
          <a:xfrm>
            <a:off x="448740" y="3429000"/>
            <a:ext cx="1479812" cy="0"/>
          </a:xfrm>
          <a:prstGeom prst="line">
            <a:avLst/>
          </a:prstGeom>
          <a:ln w="25400">
            <a:solidFill>
              <a:srgbClr val="F6F7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8FC8F7-3560-297C-C5A8-EDBDE75CCA3B}"/>
              </a:ext>
            </a:extLst>
          </p:cNvPr>
          <p:cNvSpPr txBox="1"/>
          <p:nvPr/>
        </p:nvSpPr>
        <p:spPr>
          <a:xfrm>
            <a:off x="480763" y="3092277"/>
            <a:ext cx="1366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EEF8FF"/>
                </a:solidFill>
                <a:latin typeface="Lora" pitchFamily="2" charset="0"/>
              </a:rPr>
              <a:t>Filters Pane</a:t>
            </a:r>
          </a:p>
        </p:txBody>
      </p:sp>
    </p:spTree>
    <p:extLst>
      <p:ext uri="{BB962C8B-B14F-4D97-AF65-F5344CB8AC3E}">
        <p14:creationId xmlns:p14="http://schemas.microsoft.com/office/powerpoint/2010/main" val="85007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FA472-2895-3592-068D-F7155E35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7FE6454-D5FD-27AB-FF77-2B23C16E7329}"/>
              </a:ext>
            </a:extLst>
          </p:cNvPr>
          <p:cNvGrpSpPr/>
          <p:nvPr/>
        </p:nvGrpSpPr>
        <p:grpSpPr>
          <a:xfrm>
            <a:off x="176530" y="228600"/>
            <a:ext cx="11838940" cy="6400800"/>
            <a:chOff x="176530" y="228600"/>
            <a:chExt cx="11838940" cy="6400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30660AA-1919-356E-0EEB-21387772563A}"/>
                </a:ext>
              </a:extLst>
            </p:cNvPr>
            <p:cNvSpPr/>
            <p:nvPr/>
          </p:nvSpPr>
          <p:spPr>
            <a:xfrm>
              <a:off x="176530" y="228600"/>
              <a:ext cx="11838940" cy="6400800"/>
            </a:xfrm>
            <a:prstGeom prst="roundRect">
              <a:avLst>
                <a:gd name="adj" fmla="val 3809"/>
              </a:avLst>
            </a:prstGeom>
            <a:solidFill>
              <a:srgbClr val="E7E8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56EBBA-0848-C94D-9992-7FA95AA24043}"/>
                </a:ext>
              </a:extLst>
            </p:cNvPr>
            <p:cNvSpPr/>
            <p:nvPr/>
          </p:nvSpPr>
          <p:spPr>
            <a:xfrm>
              <a:off x="2163637" y="1016550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52DC1E6-18E9-6BB7-A385-7BB0CDD24D85}"/>
                </a:ext>
              </a:extLst>
            </p:cNvPr>
            <p:cNvGrpSpPr/>
            <p:nvPr/>
          </p:nvGrpSpPr>
          <p:grpSpPr>
            <a:xfrm>
              <a:off x="2143823" y="4360393"/>
              <a:ext cx="9741007" cy="2163635"/>
              <a:chOff x="2143824" y="2132089"/>
              <a:chExt cx="9741007" cy="216363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ABA2A5C-C21C-AC3D-D933-2F3540D46A4B}"/>
                  </a:ext>
                </a:extLst>
              </p:cNvPr>
              <p:cNvSpPr/>
              <p:nvPr/>
            </p:nvSpPr>
            <p:spPr>
              <a:xfrm>
                <a:off x="2143824" y="2132089"/>
                <a:ext cx="5811254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5D51B75-81D7-E21B-9A56-0172026707D8}"/>
                  </a:ext>
                </a:extLst>
              </p:cNvPr>
              <p:cNvSpPr/>
              <p:nvPr/>
            </p:nvSpPr>
            <p:spPr>
              <a:xfrm>
                <a:off x="8045435" y="2132089"/>
                <a:ext cx="3839396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96AFCCF-830D-1E6B-79DB-A8E286144BC6}"/>
                </a:ext>
              </a:extLst>
            </p:cNvPr>
            <p:cNvGrpSpPr/>
            <p:nvPr/>
          </p:nvGrpSpPr>
          <p:grpSpPr>
            <a:xfrm>
              <a:off x="2150805" y="2130595"/>
              <a:ext cx="9734025" cy="2163635"/>
              <a:chOff x="2150806" y="4366218"/>
              <a:chExt cx="9734025" cy="216363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9D4B119-C4F1-DCB7-9639-3E0FE597CFC0}"/>
                  </a:ext>
                </a:extLst>
              </p:cNvPr>
              <p:cNvSpPr/>
              <p:nvPr/>
            </p:nvSpPr>
            <p:spPr>
              <a:xfrm>
                <a:off x="2150806" y="4366218"/>
                <a:ext cx="2834640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433EBBA-9175-28F8-8109-692E01A99F83}"/>
                  </a:ext>
                </a:extLst>
              </p:cNvPr>
              <p:cNvSpPr/>
              <p:nvPr/>
            </p:nvSpPr>
            <p:spPr>
              <a:xfrm>
                <a:off x="8045435" y="4366218"/>
                <a:ext cx="3839396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396131B-787F-D199-572F-B95419E795EB}"/>
                  </a:ext>
                </a:extLst>
              </p:cNvPr>
              <p:cNvSpPr/>
              <p:nvPr/>
            </p:nvSpPr>
            <p:spPr>
              <a:xfrm>
                <a:off x="5081994" y="4366218"/>
                <a:ext cx="2873084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1F200A-88F3-50FD-4C4F-B526BCEE3C7E}"/>
                </a:ext>
              </a:extLst>
            </p:cNvPr>
            <p:cNvSpPr/>
            <p:nvPr/>
          </p:nvSpPr>
          <p:spPr>
            <a:xfrm>
              <a:off x="4626028" y="1028267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23A1E0F-1003-6D31-917F-3B168BD20AB8}"/>
                </a:ext>
              </a:extLst>
            </p:cNvPr>
            <p:cNvSpPr/>
            <p:nvPr/>
          </p:nvSpPr>
          <p:spPr>
            <a:xfrm>
              <a:off x="7067648" y="1005452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DD62AA-5CF8-9D11-A36C-AE81F67AB82B}"/>
                </a:ext>
              </a:extLst>
            </p:cNvPr>
            <p:cNvSpPr/>
            <p:nvPr/>
          </p:nvSpPr>
          <p:spPr>
            <a:xfrm>
              <a:off x="9530606" y="1007543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AE9DFD-0608-1F08-77D4-094F3174B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95" y="926119"/>
              <a:ext cx="11567935" cy="17596"/>
            </a:xfrm>
            <a:prstGeom prst="line">
              <a:avLst/>
            </a:prstGeom>
            <a:ln w="25400">
              <a:solidFill>
                <a:srgbClr val="4D5C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23C387BF-19DD-AB0E-37B9-6D28EB0C10EE}"/>
                </a:ext>
              </a:extLst>
            </p:cNvPr>
            <p:cNvSpPr/>
            <p:nvPr/>
          </p:nvSpPr>
          <p:spPr>
            <a:xfrm rot="16200000">
              <a:off x="-1568005" y="2901450"/>
              <a:ext cx="5513303" cy="174350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2C5E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Single Corner Rounded 42">
              <a:extLst>
                <a:ext uri="{FF2B5EF4-FFF2-40B4-BE49-F238E27FC236}">
                  <a16:creationId xmlns:a16="http://schemas.microsoft.com/office/drawing/2014/main" id="{8FF2CA1A-AC3E-A524-90EA-A086E7C1486A}"/>
                </a:ext>
              </a:extLst>
            </p:cNvPr>
            <p:cNvSpPr/>
            <p:nvPr/>
          </p:nvSpPr>
          <p:spPr>
            <a:xfrm>
              <a:off x="316895" y="328147"/>
              <a:ext cx="11567935" cy="595199"/>
            </a:xfrm>
            <a:prstGeom prst="round1Rect">
              <a:avLst>
                <a:gd name="adj" fmla="val 13656"/>
              </a:avLst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5ED8EB1-D7BA-98F6-555D-151E800F8CFD}"/>
                </a:ext>
              </a:extLst>
            </p:cNvPr>
            <p:cNvSpPr txBox="1"/>
            <p:nvPr/>
          </p:nvSpPr>
          <p:spPr>
            <a:xfrm>
              <a:off x="751904" y="328709"/>
              <a:ext cx="4927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ora" pitchFamily="2" charset="0"/>
                </a:rPr>
                <a:t>Pharmacy Sales and  Profitability Analysis </a:t>
              </a:r>
              <a:endParaRPr lang="en-US" dirty="0">
                <a:latin typeface="Lora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895C5F-EE07-A172-E47D-0A773376B099}"/>
                </a:ext>
              </a:extLst>
            </p:cNvPr>
            <p:cNvSpPr txBox="1"/>
            <p:nvPr/>
          </p:nvSpPr>
          <p:spPr>
            <a:xfrm>
              <a:off x="751904" y="661648"/>
              <a:ext cx="4927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Lora" pitchFamily="2" charset="0"/>
                </a:rPr>
                <a:t>Pharmacy Performance</a:t>
              </a:r>
              <a:endParaRPr lang="en-US" sz="1200" dirty="0">
                <a:latin typeface="Lora" pitchFamily="2" charset="0"/>
              </a:endParaRPr>
            </a:p>
          </p:txBody>
        </p: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9C8236EF-BDD4-9214-CBBC-F715AFD75137}"/>
                </a:ext>
              </a:extLst>
            </p:cNvPr>
            <p:cNvSpPr/>
            <p:nvPr/>
          </p:nvSpPr>
          <p:spPr>
            <a:xfrm>
              <a:off x="910227" y="5829781"/>
              <a:ext cx="532493" cy="535946"/>
            </a:xfrm>
            <a:prstGeom prst="flowChartConnector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EC02BAF-37F1-7AF5-6D0A-675B10197873}"/>
                </a:ext>
              </a:extLst>
            </p:cNvPr>
            <p:cNvSpPr txBox="1"/>
            <p:nvPr/>
          </p:nvSpPr>
          <p:spPr>
            <a:xfrm>
              <a:off x="177544" y="1125013"/>
              <a:ext cx="19594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EEF8FF"/>
                  </a:solidFill>
                  <a:latin typeface="Lora" pitchFamily="2" charset="0"/>
                </a:rPr>
                <a:t>Overview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028AF1F-AE9A-5BC7-7890-46BBF0623DCE}"/>
                </a:ext>
              </a:extLst>
            </p:cNvPr>
            <p:cNvSpPr txBox="1"/>
            <p:nvPr/>
          </p:nvSpPr>
          <p:spPr>
            <a:xfrm>
              <a:off x="177544" y="1498879"/>
              <a:ext cx="195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EEF8FF"/>
                  </a:solidFill>
                  <a:latin typeface="Lora" pitchFamily="2" charset="0"/>
                </a:rPr>
                <a:t>Pharmacy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75FD631-8D87-2C13-95B0-9C7548AFAB54}"/>
                </a:ext>
              </a:extLst>
            </p:cNvPr>
            <p:cNvSpPr txBox="1"/>
            <p:nvPr/>
          </p:nvSpPr>
          <p:spPr>
            <a:xfrm>
              <a:off x="177544" y="1903521"/>
              <a:ext cx="195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EEF8FF"/>
                  </a:solidFill>
                  <a:latin typeface="Lora" pitchFamily="2" charset="0"/>
                </a:rPr>
                <a:t>Product</a:t>
              </a:r>
              <a:r>
                <a:rPr lang="en-US" sz="1600" b="1" dirty="0">
                  <a:solidFill>
                    <a:srgbClr val="EEF8FF"/>
                  </a:solidFill>
                  <a:latin typeface="Lora" pitchFamily="2" charset="0"/>
                </a:rPr>
                <a:t> 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45F373-2EDD-7B33-690B-836A461E5B34}"/>
                </a:ext>
              </a:extLst>
            </p:cNvPr>
            <p:cNvSpPr txBox="1"/>
            <p:nvPr/>
          </p:nvSpPr>
          <p:spPr>
            <a:xfrm>
              <a:off x="9057575" y="317358"/>
              <a:ext cx="2164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Lora" pitchFamily="2" charset="0"/>
                </a:rPr>
                <a:t>Muhammad Rofiat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BAC4392-A33D-FBAD-2B1D-1E6E21508890}"/>
                </a:ext>
              </a:extLst>
            </p:cNvPr>
            <p:cNvSpPr txBox="1"/>
            <p:nvPr/>
          </p:nvSpPr>
          <p:spPr>
            <a:xfrm>
              <a:off x="9817217" y="632090"/>
              <a:ext cx="135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>
                  <a:latin typeface="Lora" pitchFamily="2" charset="0"/>
                </a:rPr>
                <a:t>Data Analyst</a:t>
              </a:r>
              <a:endParaRPr lang="en-US" sz="1200" dirty="0">
                <a:latin typeface="Lora" pitchFamily="2" charset="0"/>
              </a:endParaRPr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3FBAE82-6DBC-16F3-FC27-243AB7D06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61" t="10040" r="22979" b="11063"/>
            <a:stretch>
              <a:fillRect/>
            </a:stretch>
          </p:blipFill>
          <p:spPr>
            <a:xfrm>
              <a:off x="439562" y="373528"/>
              <a:ext cx="348343" cy="506511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47D9C9C9-46C4-6B1F-8544-F79876854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13322" y="415007"/>
              <a:ext cx="434166" cy="434166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EECECF-C4A1-39EA-75F4-54557BF4E8DF}"/>
                </a:ext>
              </a:extLst>
            </p:cNvPr>
            <p:cNvSpPr txBox="1"/>
            <p:nvPr/>
          </p:nvSpPr>
          <p:spPr>
            <a:xfrm>
              <a:off x="439562" y="3455694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Region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A9D941D-FF81-10E9-415C-7286FE1D07DA}"/>
                </a:ext>
              </a:extLst>
            </p:cNvPr>
            <p:cNvSpPr txBox="1"/>
            <p:nvPr/>
          </p:nvSpPr>
          <p:spPr>
            <a:xfrm>
              <a:off x="448740" y="4097402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Pharmacy Type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83B865F-9BBB-9DC9-01A3-041D72A83F5A}"/>
                </a:ext>
              </a:extLst>
            </p:cNvPr>
            <p:cNvSpPr txBox="1"/>
            <p:nvPr/>
          </p:nvSpPr>
          <p:spPr>
            <a:xfrm>
              <a:off x="448740" y="4739110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Store Size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D2A76FB-2C73-1E0B-481C-28EA92FDC4D5}"/>
                </a:ext>
              </a:extLst>
            </p:cNvPr>
            <p:cNvCxnSpPr/>
            <p:nvPr/>
          </p:nvCxnSpPr>
          <p:spPr>
            <a:xfrm>
              <a:off x="448740" y="2389675"/>
              <a:ext cx="1479812" cy="0"/>
            </a:xfrm>
            <a:prstGeom prst="line">
              <a:avLst/>
            </a:prstGeom>
            <a:ln w="25400">
              <a:solidFill>
                <a:srgbClr val="F6F7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932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35DF8-47BD-BBB6-77E8-D6609848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76A9471-5275-0D69-9E54-236C03BC67D1}"/>
              </a:ext>
            </a:extLst>
          </p:cNvPr>
          <p:cNvGrpSpPr/>
          <p:nvPr/>
        </p:nvGrpSpPr>
        <p:grpSpPr>
          <a:xfrm>
            <a:off x="176530" y="228600"/>
            <a:ext cx="11838940" cy="6400800"/>
            <a:chOff x="176530" y="228600"/>
            <a:chExt cx="11838940" cy="6400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9777D86-9555-2CAA-3FD8-77742285E480}"/>
                </a:ext>
              </a:extLst>
            </p:cNvPr>
            <p:cNvSpPr/>
            <p:nvPr/>
          </p:nvSpPr>
          <p:spPr>
            <a:xfrm>
              <a:off x="176530" y="228600"/>
              <a:ext cx="11838940" cy="6400800"/>
            </a:xfrm>
            <a:prstGeom prst="roundRect">
              <a:avLst>
                <a:gd name="adj" fmla="val 3809"/>
              </a:avLst>
            </a:prstGeom>
            <a:solidFill>
              <a:srgbClr val="E7E8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07C626-DBF2-D15A-A9F1-1C48E5A79697}"/>
                </a:ext>
              </a:extLst>
            </p:cNvPr>
            <p:cNvSpPr/>
            <p:nvPr/>
          </p:nvSpPr>
          <p:spPr>
            <a:xfrm>
              <a:off x="2163637" y="1016550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FF2B524-26E1-0F1E-C2DE-D26CFD7F5986}"/>
                </a:ext>
              </a:extLst>
            </p:cNvPr>
            <p:cNvGrpSpPr/>
            <p:nvPr/>
          </p:nvGrpSpPr>
          <p:grpSpPr>
            <a:xfrm>
              <a:off x="2143823" y="4360393"/>
              <a:ext cx="9741007" cy="2163635"/>
              <a:chOff x="2143824" y="2132089"/>
              <a:chExt cx="9741007" cy="216363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4A54E2F-2980-E3B9-7DC7-56D96903F616}"/>
                  </a:ext>
                </a:extLst>
              </p:cNvPr>
              <p:cNvSpPr/>
              <p:nvPr/>
            </p:nvSpPr>
            <p:spPr>
              <a:xfrm>
                <a:off x="2143824" y="2132089"/>
                <a:ext cx="5811254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167C70-5223-8BE5-BE20-7CEAF0765DC3}"/>
                  </a:ext>
                </a:extLst>
              </p:cNvPr>
              <p:cNvSpPr/>
              <p:nvPr/>
            </p:nvSpPr>
            <p:spPr>
              <a:xfrm>
                <a:off x="8045435" y="2132089"/>
                <a:ext cx="3839396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E5BBA70-39A4-42CB-7DF9-57743A908DCB}"/>
                </a:ext>
              </a:extLst>
            </p:cNvPr>
            <p:cNvGrpSpPr/>
            <p:nvPr/>
          </p:nvGrpSpPr>
          <p:grpSpPr>
            <a:xfrm>
              <a:off x="2150805" y="2130595"/>
              <a:ext cx="9734025" cy="2163635"/>
              <a:chOff x="2150806" y="4366218"/>
              <a:chExt cx="9734025" cy="216363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BD674D7-82A1-C9B7-7752-D399CA94A17A}"/>
                  </a:ext>
                </a:extLst>
              </p:cNvPr>
              <p:cNvSpPr/>
              <p:nvPr/>
            </p:nvSpPr>
            <p:spPr>
              <a:xfrm>
                <a:off x="2150806" y="4366218"/>
                <a:ext cx="2834640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2DC2E20-A551-6A6F-BC74-3A907C6E40DB}"/>
                  </a:ext>
                </a:extLst>
              </p:cNvPr>
              <p:cNvSpPr/>
              <p:nvPr/>
            </p:nvSpPr>
            <p:spPr>
              <a:xfrm>
                <a:off x="8045435" y="4366218"/>
                <a:ext cx="3839396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A9F460-7A44-2F0E-4820-D13D24F05A66}"/>
                  </a:ext>
                </a:extLst>
              </p:cNvPr>
              <p:cNvSpPr/>
              <p:nvPr/>
            </p:nvSpPr>
            <p:spPr>
              <a:xfrm>
                <a:off x="5081994" y="4366218"/>
                <a:ext cx="2873084" cy="2163635"/>
              </a:xfrm>
              <a:prstGeom prst="rect">
                <a:avLst/>
              </a:prstGeom>
              <a:solidFill>
                <a:srgbClr val="EEF8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EF0BEE-D49E-BB02-C7E6-089292A95F54}"/>
                </a:ext>
              </a:extLst>
            </p:cNvPr>
            <p:cNvSpPr/>
            <p:nvPr/>
          </p:nvSpPr>
          <p:spPr>
            <a:xfrm>
              <a:off x="4626028" y="1028267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CCDA778-979B-18CE-EEB6-DA198C749BE3}"/>
                </a:ext>
              </a:extLst>
            </p:cNvPr>
            <p:cNvSpPr/>
            <p:nvPr/>
          </p:nvSpPr>
          <p:spPr>
            <a:xfrm>
              <a:off x="7067648" y="1005452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91B092-4CDD-6FA3-925F-4BF1B54C4F19}"/>
                </a:ext>
              </a:extLst>
            </p:cNvPr>
            <p:cNvSpPr/>
            <p:nvPr/>
          </p:nvSpPr>
          <p:spPr>
            <a:xfrm>
              <a:off x="9530606" y="1007543"/>
              <a:ext cx="2359152" cy="1056248"/>
            </a:xfrm>
            <a:prstGeom prst="rect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65E236-FF59-1F42-3B59-4E2CD2A6FB69}"/>
                </a:ext>
              </a:extLst>
            </p:cNvPr>
            <p:cNvCxnSpPr>
              <a:cxnSpLocks/>
            </p:cNvCxnSpPr>
            <p:nvPr/>
          </p:nvCxnSpPr>
          <p:spPr>
            <a:xfrm>
              <a:off x="316895" y="923346"/>
              <a:ext cx="11558210" cy="15301"/>
            </a:xfrm>
            <a:prstGeom prst="line">
              <a:avLst/>
            </a:prstGeom>
            <a:ln w="25400">
              <a:solidFill>
                <a:srgbClr val="4D5C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F78F6439-A064-4CA1-C6C2-2FACB48788AD}"/>
                </a:ext>
              </a:extLst>
            </p:cNvPr>
            <p:cNvSpPr/>
            <p:nvPr/>
          </p:nvSpPr>
          <p:spPr>
            <a:xfrm rot="16200000">
              <a:off x="-1568005" y="2901450"/>
              <a:ext cx="5513303" cy="1743502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2C5E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: Single Corner Rounded 42">
              <a:extLst>
                <a:ext uri="{FF2B5EF4-FFF2-40B4-BE49-F238E27FC236}">
                  <a16:creationId xmlns:a16="http://schemas.microsoft.com/office/drawing/2014/main" id="{11B456A9-82C5-E7D4-11A9-7CABB81A1720}"/>
                </a:ext>
              </a:extLst>
            </p:cNvPr>
            <p:cNvSpPr/>
            <p:nvPr/>
          </p:nvSpPr>
          <p:spPr>
            <a:xfrm>
              <a:off x="316895" y="328147"/>
              <a:ext cx="11567935" cy="595199"/>
            </a:xfrm>
            <a:prstGeom prst="round1Rect">
              <a:avLst>
                <a:gd name="adj" fmla="val 13656"/>
              </a:avLst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A21B49-99B1-7FB2-1010-A4883E176418}"/>
                </a:ext>
              </a:extLst>
            </p:cNvPr>
            <p:cNvSpPr txBox="1"/>
            <p:nvPr/>
          </p:nvSpPr>
          <p:spPr>
            <a:xfrm>
              <a:off x="751904" y="328709"/>
              <a:ext cx="4927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ora" pitchFamily="2" charset="0"/>
                </a:rPr>
                <a:t>Pharmacy Sales and  Profitability Analysis </a:t>
              </a:r>
              <a:endParaRPr lang="en-US" dirty="0">
                <a:latin typeface="Lora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0724120-E8D8-B783-E0FA-1DA56F5A5D96}"/>
                </a:ext>
              </a:extLst>
            </p:cNvPr>
            <p:cNvSpPr txBox="1"/>
            <p:nvPr/>
          </p:nvSpPr>
          <p:spPr>
            <a:xfrm>
              <a:off x="751904" y="661648"/>
              <a:ext cx="49275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Lora" pitchFamily="2" charset="0"/>
                </a:rPr>
                <a:t>Pharmacy Performance</a:t>
              </a:r>
              <a:endParaRPr lang="en-US" sz="1200" dirty="0">
                <a:latin typeface="Lora" pitchFamily="2" charset="0"/>
              </a:endParaRPr>
            </a:p>
          </p:txBody>
        </p:sp>
        <p:sp>
          <p:nvSpPr>
            <p:cNvPr id="68" name="Flowchart: Connector 67">
              <a:extLst>
                <a:ext uri="{FF2B5EF4-FFF2-40B4-BE49-F238E27FC236}">
                  <a16:creationId xmlns:a16="http://schemas.microsoft.com/office/drawing/2014/main" id="{5BE0177C-B436-439B-B956-C2BE14BBB746}"/>
                </a:ext>
              </a:extLst>
            </p:cNvPr>
            <p:cNvSpPr/>
            <p:nvPr/>
          </p:nvSpPr>
          <p:spPr>
            <a:xfrm>
              <a:off x="910227" y="5829781"/>
              <a:ext cx="532493" cy="535946"/>
            </a:xfrm>
            <a:prstGeom prst="flowChartConnector">
              <a:avLst/>
            </a:prstGeom>
            <a:solidFill>
              <a:srgbClr val="EEF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CE894E5-5CFE-2821-050F-FD5DDD3C696E}"/>
                </a:ext>
              </a:extLst>
            </p:cNvPr>
            <p:cNvSpPr txBox="1"/>
            <p:nvPr/>
          </p:nvSpPr>
          <p:spPr>
            <a:xfrm>
              <a:off x="177544" y="1125013"/>
              <a:ext cx="19594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EEF8FF"/>
                  </a:solidFill>
                  <a:latin typeface="Lora" pitchFamily="2" charset="0"/>
                </a:rPr>
                <a:t>Overview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89A5D52-936C-49A2-2896-B8E2457A27BA}"/>
                </a:ext>
              </a:extLst>
            </p:cNvPr>
            <p:cNvSpPr txBox="1"/>
            <p:nvPr/>
          </p:nvSpPr>
          <p:spPr>
            <a:xfrm>
              <a:off x="177544" y="1498879"/>
              <a:ext cx="19594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EEF8FF"/>
                  </a:solidFill>
                  <a:latin typeface="Lora" pitchFamily="2" charset="0"/>
                </a:rPr>
                <a:t>Pharmacy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7D81E3A-D58D-56D5-30E8-9B7A617165C7}"/>
                </a:ext>
              </a:extLst>
            </p:cNvPr>
            <p:cNvSpPr txBox="1"/>
            <p:nvPr/>
          </p:nvSpPr>
          <p:spPr>
            <a:xfrm>
              <a:off x="177544" y="1903521"/>
              <a:ext cx="195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EEF8FF"/>
                  </a:solidFill>
                  <a:latin typeface="Lora" pitchFamily="2" charset="0"/>
                </a:rPr>
                <a:t>Product 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0F95FC5-6282-E954-731C-1524F5B35C04}"/>
                </a:ext>
              </a:extLst>
            </p:cNvPr>
            <p:cNvSpPr txBox="1"/>
            <p:nvPr/>
          </p:nvSpPr>
          <p:spPr>
            <a:xfrm>
              <a:off x="9057575" y="317358"/>
              <a:ext cx="2164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latin typeface="Lora" pitchFamily="2" charset="0"/>
                </a:rPr>
                <a:t>Muhammad Rofiat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7ED714E-AC88-7D98-98CD-5C35EFBE9694}"/>
                </a:ext>
              </a:extLst>
            </p:cNvPr>
            <p:cNvSpPr txBox="1"/>
            <p:nvPr/>
          </p:nvSpPr>
          <p:spPr>
            <a:xfrm>
              <a:off x="9817217" y="632090"/>
              <a:ext cx="1358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>
                  <a:latin typeface="Lora" pitchFamily="2" charset="0"/>
                </a:rPr>
                <a:t>Data Analyst</a:t>
              </a:r>
              <a:endParaRPr lang="en-US" sz="1200" dirty="0">
                <a:latin typeface="Lora" pitchFamily="2" charset="0"/>
              </a:endParaRPr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BCE9BB7-1F39-70AB-D043-6DFC6D355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61" t="10040" r="22979" b="11063"/>
            <a:stretch>
              <a:fillRect/>
            </a:stretch>
          </p:blipFill>
          <p:spPr>
            <a:xfrm>
              <a:off x="439562" y="373528"/>
              <a:ext cx="348343" cy="506511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1DB717B1-034E-87A7-6AEF-2AC3BC64A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13322" y="415007"/>
              <a:ext cx="434166" cy="434166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9E1BC31-10ED-70DE-4529-EA71515692B4}"/>
                </a:ext>
              </a:extLst>
            </p:cNvPr>
            <p:cNvSpPr txBox="1"/>
            <p:nvPr/>
          </p:nvSpPr>
          <p:spPr>
            <a:xfrm>
              <a:off x="439562" y="3455694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Category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74715C-3782-093A-BC30-11844491FDFE}"/>
                </a:ext>
              </a:extLst>
            </p:cNvPr>
            <p:cNvSpPr txBox="1"/>
            <p:nvPr/>
          </p:nvSpPr>
          <p:spPr>
            <a:xfrm>
              <a:off x="448740" y="4097402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Brand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A79B064-214A-34F0-CE7D-3A851B78427E}"/>
                </a:ext>
              </a:extLst>
            </p:cNvPr>
            <p:cNvSpPr txBox="1"/>
            <p:nvPr/>
          </p:nvSpPr>
          <p:spPr>
            <a:xfrm>
              <a:off x="448740" y="4739110"/>
              <a:ext cx="13666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EEF8FF"/>
                  </a:solidFill>
                  <a:latin typeface="Lora" pitchFamily="2" charset="0"/>
                </a:rPr>
                <a:t>Promo Flag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93D9786-372D-3E7A-6BF2-D7A02CEF9D01}"/>
                </a:ext>
              </a:extLst>
            </p:cNvPr>
            <p:cNvCxnSpPr/>
            <p:nvPr/>
          </p:nvCxnSpPr>
          <p:spPr>
            <a:xfrm>
              <a:off x="448740" y="2389675"/>
              <a:ext cx="1479812" cy="0"/>
            </a:xfrm>
            <a:prstGeom prst="line">
              <a:avLst/>
            </a:prstGeom>
            <a:ln w="25400">
              <a:solidFill>
                <a:srgbClr val="F6F7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550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6E5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8E2B44C8-D7E5-C8F5-370D-BC70C1C5BDC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39692B-2CB6-D0B7-7473-888F4E104F7A}"/>
                </a:ext>
              </a:extLst>
            </p:cNvPr>
            <p:cNvSpPr/>
            <p:nvPr/>
          </p:nvSpPr>
          <p:spPr>
            <a:xfrm>
              <a:off x="0" y="0"/>
              <a:ext cx="12192000" cy="2103120"/>
            </a:xfrm>
            <a:prstGeom prst="rect">
              <a:avLst/>
            </a:prstGeom>
            <a:solidFill>
              <a:srgbClr val="010542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DC8EB5-1C01-944B-295D-4F309E4DF9F7}"/>
                </a:ext>
              </a:extLst>
            </p:cNvPr>
            <p:cNvSpPr/>
            <p:nvPr/>
          </p:nvSpPr>
          <p:spPr>
            <a:xfrm>
              <a:off x="0" y="2103120"/>
              <a:ext cx="12192000" cy="4754880"/>
            </a:xfrm>
            <a:prstGeom prst="rect">
              <a:avLst/>
            </a:prstGeom>
            <a:solidFill>
              <a:srgbClr val="EF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D1D091E-737E-D063-B2E9-DA3B69A7B293}"/>
                </a:ext>
              </a:extLst>
            </p:cNvPr>
            <p:cNvSpPr/>
            <p:nvPr/>
          </p:nvSpPr>
          <p:spPr>
            <a:xfrm>
              <a:off x="741680" y="718820"/>
              <a:ext cx="10708640" cy="756920"/>
            </a:xfrm>
            <a:prstGeom prst="roundRect">
              <a:avLst/>
            </a:prstGeom>
            <a:solidFill>
              <a:srgbClr val="264E82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BBDD70-A5A6-6E3A-F050-4EF1AA501170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32" y="777240"/>
              <a:ext cx="0" cy="54864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5B2ECA-A664-A242-91A8-8CF88660970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777240"/>
              <a:ext cx="0" cy="54864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3E5DB4-7E17-9FC5-A257-26343EB8E499}"/>
                </a:ext>
              </a:extLst>
            </p:cNvPr>
            <p:cNvCxnSpPr>
              <a:cxnSpLocks/>
            </p:cNvCxnSpPr>
            <p:nvPr/>
          </p:nvCxnSpPr>
          <p:spPr>
            <a:xfrm>
              <a:off x="8760969" y="777240"/>
              <a:ext cx="0" cy="54864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100270A-57B4-62B1-B5AA-F127BE081419}"/>
                </a:ext>
              </a:extLst>
            </p:cNvPr>
            <p:cNvSpPr/>
            <p:nvPr/>
          </p:nvSpPr>
          <p:spPr>
            <a:xfrm>
              <a:off x="7762240" y="132080"/>
              <a:ext cx="3688080" cy="454660"/>
            </a:xfrm>
            <a:prstGeom prst="roundRect">
              <a:avLst/>
            </a:prstGeom>
            <a:solidFill>
              <a:srgbClr val="264E82">
                <a:alpha val="30000"/>
              </a:srgbClr>
            </a:solidFill>
            <a:ln>
              <a:solidFill>
                <a:srgbClr val="0105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27E79C-25F8-5CA6-0D56-AC7F9F385B7C}"/>
                </a:ext>
              </a:extLst>
            </p:cNvPr>
            <p:cNvSpPr/>
            <p:nvPr/>
          </p:nvSpPr>
          <p:spPr>
            <a:xfrm>
              <a:off x="741680" y="1670050"/>
              <a:ext cx="5266944" cy="2441448"/>
            </a:xfrm>
            <a:prstGeom prst="roundRect">
              <a:avLst>
                <a:gd name="adj" fmla="val 6524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A43E088-5A24-5F3E-6206-E2E6EA95F231}"/>
                </a:ext>
              </a:extLst>
            </p:cNvPr>
            <p:cNvSpPr/>
            <p:nvPr/>
          </p:nvSpPr>
          <p:spPr>
            <a:xfrm>
              <a:off x="741680" y="4264025"/>
              <a:ext cx="5266944" cy="2441448"/>
            </a:xfrm>
            <a:prstGeom prst="roundRect">
              <a:avLst>
                <a:gd name="adj" fmla="val 6524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BBA9450-BA2A-6CAF-7DAF-11A1EFC59AA7}"/>
                </a:ext>
              </a:extLst>
            </p:cNvPr>
            <p:cNvSpPr/>
            <p:nvPr/>
          </p:nvSpPr>
          <p:spPr>
            <a:xfrm>
              <a:off x="6183378" y="1670050"/>
              <a:ext cx="5266944" cy="2441448"/>
            </a:xfrm>
            <a:prstGeom prst="roundRect">
              <a:avLst>
                <a:gd name="adj" fmla="val 6524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3274B58-B1AF-E619-5AE9-5317B2F6FFCF}"/>
                </a:ext>
              </a:extLst>
            </p:cNvPr>
            <p:cNvSpPr/>
            <p:nvPr/>
          </p:nvSpPr>
          <p:spPr>
            <a:xfrm>
              <a:off x="6183378" y="4264025"/>
              <a:ext cx="5266944" cy="2441448"/>
            </a:xfrm>
            <a:prstGeom prst="roundRect">
              <a:avLst>
                <a:gd name="adj" fmla="val 6524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BBEDA3-7513-C9C8-CA58-B8C9D6F0A58C}"/>
                </a:ext>
              </a:extLst>
            </p:cNvPr>
            <p:cNvSpPr txBox="1"/>
            <p:nvPr/>
          </p:nvSpPr>
          <p:spPr>
            <a:xfrm>
              <a:off x="741680" y="170053"/>
              <a:ext cx="43484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</a:rPr>
                <a:t>Online Retail Sales Dashboard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24A7279-F483-1AD8-0964-EA53D803F66F}"/>
                </a:ext>
              </a:extLst>
            </p:cNvPr>
            <p:cNvCxnSpPr>
              <a:cxnSpLocks/>
            </p:cNvCxnSpPr>
            <p:nvPr/>
          </p:nvCxnSpPr>
          <p:spPr>
            <a:xfrm>
              <a:off x="9599169" y="180213"/>
              <a:ext cx="0" cy="335280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E2CA21-6921-80DE-EC20-F09EB2444DE2}"/>
                </a:ext>
              </a:extLst>
            </p:cNvPr>
            <p:cNvSpPr txBox="1"/>
            <p:nvPr/>
          </p:nvSpPr>
          <p:spPr>
            <a:xfrm>
              <a:off x="1282692" y="827139"/>
              <a:ext cx="108305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bg1"/>
                  </a:solidFill>
                </a:rPr>
                <a:t>Customers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B0A2464-E09D-611A-742F-D276F3AC400E}"/>
                </a:ext>
              </a:extLst>
            </p:cNvPr>
            <p:cNvSpPr txBox="1"/>
            <p:nvPr/>
          </p:nvSpPr>
          <p:spPr>
            <a:xfrm>
              <a:off x="3947659" y="822960"/>
              <a:ext cx="108305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bg1"/>
                  </a:solidFill>
                </a:rPr>
                <a:t>Products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19783-63A7-3181-80D3-C7B9C5C6B93D}"/>
                </a:ext>
              </a:extLst>
            </p:cNvPr>
            <p:cNvSpPr txBox="1"/>
            <p:nvPr/>
          </p:nvSpPr>
          <p:spPr>
            <a:xfrm>
              <a:off x="6612626" y="822960"/>
              <a:ext cx="108305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bg1"/>
                  </a:solidFill>
                </a:rPr>
                <a:t>Sales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83E66DB-9451-CF09-B662-FAAF377E9A61}"/>
                </a:ext>
              </a:extLst>
            </p:cNvPr>
            <p:cNvSpPr txBox="1"/>
            <p:nvPr/>
          </p:nvSpPr>
          <p:spPr>
            <a:xfrm>
              <a:off x="9272516" y="854260"/>
              <a:ext cx="108305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>
                  <a:solidFill>
                    <a:schemeClr val="bg1"/>
                  </a:solidFill>
                </a:rPr>
                <a:t>Avg. Sales</a:t>
              </a:r>
            </a:p>
          </p:txBody>
        </p:sp>
        <p:pic>
          <p:nvPicPr>
            <p:cNvPr id="48" name="Graphic 47" descr="Users with solid fill">
              <a:extLst>
                <a:ext uri="{FF2B5EF4-FFF2-40B4-BE49-F238E27FC236}">
                  <a16:creationId xmlns:a16="http://schemas.microsoft.com/office/drawing/2014/main" id="{82CF43C4-13B5-4A84-104A-56BF53A6D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6852" y="817728"/>
              <a:ext cx="548640" cy="548640"/>
            </a:xfrm>
            <a:prstGeom prst="rect">
              <a:avLst/>
            </a:prstGeom>
          </p:spPr>
        </p:pic>
        <p:pic>
          <p:nvPicPr>
            <p:cNvPr id="50" name="Graphic 49" descr="Inventory with solid fill">
              <a:extLst>
                <a:ext uri="{FF2B5EF4-FFF2-40B4-BE49-F238E27FC236}">
                  <a16:creationId xmlns:a16="http://schemas.microsoft.com/office/drawing/2014/main" id="{E83BAFB4-077B-8C29-B2FA-51500321CB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68193" y="817728"/>
              <a:ext cx="548640" cy="548640"/>
            </a:xfrm>
            <a:prstGeom prst="rect">
              <a:avLst/>
            </a:prstGeom>
          </p:spPr>
        </p:pic>
        <p:pic>
          <p:nvPicPr>
            <p:cNvPr id="52" name="Graphic 51" descr="Bar chart with solid fill">
              <a:extLst>
                <a:ext uri="{FF2B5EF4-FFF2-40B4-BE49-F238E27FC236}">
                  <a16:creationId xmlns:a16="http://schemas.microsoft.com/office/drawing/2014/main" id="{3A6CDDFB-8CEF-9ED8-C8B9-A0ECE84017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41741" y="817728"/>
              <a:ext cx="548640" cy="548640"/>
            </a:xfrm>
            <a:prstGeom prst="rect">
              <a:avLst/>
            </a:prstGeom>
          </p:spPr>
        </p:pic>
        <p:pic>
          <p:nvPicPr>
            <p:cNvPr id="54" name="Graphic 53" descr="Dollar with solid fill">
              <a:extLst>
                <a:ext uri="{FF2B5EF4-FFF2-40B4-BE49-F238E27FC236}">
                  <a16:creationId xmlns:a16="http://schemas.microsoft.com/office/drawing/2014/main" id="{68CCECA1-22F6-3D47-72FE-9DFEC6A437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52390" y="777240"/>
              <a:ext cx="548640" cy="548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958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D46991-B6EC-ABF3-FD50-9FE3FB72FE67}"/>
              </a:ext>
            </a:extLst>
          </p:cNvPr>
          <p:cNvSpPr/>
          <p:nvPr/>
        </p:nvSpPr>
        <p:spPr>
          <a:xfrm>
            <a:off x="314960" y="264160"/>
            <a:ext cx="205232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A01A8D-7DBA-2816-527D-C064F5B23FA1}"/>
              </a:ext>
            </a:extLst>
          </p:cNvPr>
          <p:cNvSpPr/>
          <p:nvPr/>
        </p:nvSpPr>
        <p:spPr>
          <a:xfrm>
            <a:off x="314960" y="5496560"/>
            <a:ext cx="205232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9742F0-0927-E6C1-6B68-A1D4C717BB23}"/>
              </a:ext>
            </a:extLst>
          </p:cNvPr>
          <p:cNvSpPr/>
          <p:nvPr/>
        </p:nvSpPr>
        <p:spPr>
          <a:xfrm>
            <a:off x="314960" y="1572260"/>
            <a:ext cx="205232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EC93D2-52F8-CED3-CF30-246D319D129D}"/>
              </a:ext>
            </a:extLst>
          </p:cNvPr>
          <p:cNvSpPr/>
          <p:nvPr/>
        </p:nvSpPr>
        <p:spPr>
          <a:xfrm>
            <a:off x="314960" y="2880360"/>
            <a:ext cx="205232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FBDB28-2B45-6D3D-0267-7A1A346A4B63}"/>
              </a:ext>
            </a:extLst>
          </p:cNvPr>
          <p:cNvSpPr/>
          <p:nvPr/>
        </p:nvSpPr>
        <p:spPr>
          <a:xfrm>
            <a:off x="314960" y="4188460"/>
            <a:ext cx="2052320" cy="10972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9A8B63-7112-E76B-0D75-727021731BC8}"/>
              </a:ext>
            </a:extLst>
          </p:cNvPr>
          <p:cNvSpPr/>
          <p:nvPr/>
        </p:nvSpPr>
        <p:spPr>
          <a:xfrm>
            <a:off x="2519680" y="264160"/>
            <a:ext cx="3017520" cy="3058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EC46896-EF25-E4A2-0721-031E316CE3AC}"/>
              </a:ext>
            </a:extLst>
          </p:cNvPr>
          <p:cNvSpPr/>
          <p:nvPr/>
        </p:nvSpPr>
        <p:spPr>
          <a:xfrm>
            <a:off x="8859520" y="264160"/>
            <a:ext cx="3017520" cy="3058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58FD729-C49F-A281-A6C2-A2444E6A70FB}"/>
              </a:ext>
            </a:extLst>
          </p:cNvPr>
          <p:cNvSpPr/>
          <p:nvPr/>
        </p:nvSpPr>
        <p:spPr>
          <a:xfrm>
            <a:off x="5689600" y="264160"/>
            <a:ext cx="3017520" cy="63296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25779C4-6772-42AE-4A90-0FA6CDF5F6B0}"/>
              </a:ext>
            </a:extLst>
          </p:cNvPr>
          <p:cNvSpPr/>
          <p:nvPr/>
        </p:nvSpPr>
        <p:spPr>
          <a:xfrm>
            <a:off x="2519680" y="3535681"/>
            <a:ext cx="3017520" cy="3058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E4F89D8-191C-F509-4D43-16B42FCFC9A7}"/>
              </a:ext>
            </a:extLst>
          </p:cNvPr>
          <p:cNvSpPr/>
          <p:nvPr/>
        </p:nvSpPr>
        <p:spPr>
          <a:xfrm>
            <a:off x="8859520" y="3535681"/>
            <a:ext cx="3017520" cy="30581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4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19741</TotalTime>
  <Words>90</Words>
  <Application>Microsoft Office PowerPoint</Application>
  <PresentationFormat>Widescreen</PresentationFormat>
  <Paragraphs>51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Rofiat Muhammad</dc:creator>
  <cp:lastModifiedBy>Rofiat Muhammad</cp:lastModifiedBy>
  <cp:revision>2</cp:revision>
  <dcterms:created xsi:type="dcterms:W3CDTF">2026-07-17T22:20:50Z</dcterms:created>
  <dcterms:modified xsi:type="dcterms:W3CDTF">2026-08-04T20:37:58Z</dcterms:modified>
</cp:coreProperties>
</file>