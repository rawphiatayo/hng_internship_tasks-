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5" r:id="rId4"/>
    <p:sldId id="260" r:id="rId5"/>
    <p:sldId id="258" r:id="rId6"/>
    <p:sldId id="272" r:id="rId7"/>
    <p:sldId id="273" r:id="rId8"/>
    <p:sldId id="270" r:id="rId9"/>
    <p:sldId id="274" r:id="rId10"/>
    <p:sldId id="271" r:id="rId11"/>
  </p:sldIdLst>
  <p:sldSz cx="14630400" cy="8229600"/>
  <p:notesSz cx="8229600" cy="14630400"/>
  <p:embeddedFontLst>
    <p:embeddedFont>
      <p:font typeface="Raleway ExtraBold" pitchFamily="2" charset="0"/>
      <p:bold r:id="rId13"/>
      <p:boldItalic r:id="rId14"/>
    </p:embeddedFont>
    <p:embeddedFont>
      <p:font typeface="Raleway Medium" pitchFamily="2" charset="0"/>
      <p:regular r:id="rId15"/>
      <p:italic r:id="rId16"/>
    </p:embeddedFont>
    <p:embeddedFont>
      <p:font typeface="Raleway SemiBold" pitchFamily="2" charset="0"/>
      <p:bold r:id="rId17"/>
      <p:boldItalic r:id="rId18"/>
    </p:embeddedFont>
    <p:embeddedFont>
      <p:font typeface="Roboto Bold" panose="02000000000000000000" pitchFamily="2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9E9"/>
    <a:srgbClr val="ECDCDC"/>
    <a:srgbClr val="F3E8E8"/>
    <a:srgbClr val="E4CFCE"/>
    <a:srgbClr val="A87884"/>
    <a:srgbClr val="FF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ACB405-9A1B-428B-832F-AF7D4B0FFC09}" v="63" dt="2025-11-28T17:57:35.0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72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fiat Muhammad" userId="dc290707746958cf" providerId="LiveId" clId="{90209DFF-2DD7-40EF-A77C-FFBC5ACCE5E7}"/>
    <pc:docChg chg="undo custSel addSld delSld modSld sldOrd">
      <pc:chgData name="Rofiat Muhammad" userId="dc290707746958cf" providerId="LiveId" clId="{90209DFF-2DD7-40EF-A77C-FFBC5ACCE5E7}" dt="2025-11-28T18:16:44.270" v="6297" actId="20577"/>
      <pc:docMkLst>
        <pc:docMk/>
      </pc:docMkLst>
      <pc:sldChg chg="addSp delSp modSp mod">
        <pc:chgData name="Rofiat Muhammad" userId="dc290707746958cf" providerId="LiveId" clId="{90209DFF-2DD7-40EF-A77C-FFBC5ACCE5E7}" dt="2025-11-28T16:40:13.103" v="3461" actId="1076"/>
        <pc:sldMkLst>
          <pc:docMk/>
          <pc:sldMk cId="0" sldId="256"/>
        </pc:sldMkLst>
        <pc:spChg chg="mod">
          <ac:chgData name="Rofiat Muhammad" userId="dc290707746958cf" providerId="LiveId" clId="{90209DFF-2DD7-40EF-A77C-FFBC5ACCE5E7}" dt="2025-11-28T16:40:13.103" v="3461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fiat Muhammad" userId="dc290707746958cf" providerId="LiveId" clId="{90209DFF-2DD7-40EF-A77C-FFBC5ACCE5E7}" dt="2025-11-28T16:40:05.755" v="346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fiat Muhammad" userId="dc290707746958cf" providerId="LiveId" clId="{90209DFF-2DD7-40EF-A77C-FFBC5ACCE5E7}" dt="2025-11-28T16:39:59.319" v="3459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fiat Muhammad" userId="dc290707746958cf" providerId="LiveId" clId="{90209DFF-2DD7-40EF-A77C-FFBC5ACCE5E7}" dt="2025-11-28T13:53:40.689" v="409" actId="2711"/>
          <ac:spMkLst>
            <pc:docMk/>
            <pc:sldMk cId="0" sldId="256"/>
            <ac:spMk id="8" creationId="{00000000-0000-0000-0000-000000000000}"/>
          </ac:spMkLst>
        </pc:spChg>
        <pc:picChg chg="add del">
          <ac:chgData name="Rofiat Muhammad" userId="dc290707746958cf" providerId="LiveId" clId="{90209DFF-2DD7-40EF-A77C-FFBC5ACCE5E7}" dt="2025-11-28T16:38:14.143" v="3442" actId="478"/>
          <ac:picMkLst>
            <pc:docMk/>
            <pc:sldMk cId="0" sldId="256"/>
            <ac:picMk id="2" creationId="{00000000-0000-0000-0000-000000000000}"/>
          </ac:picMkLst>
        </pc:picChg>
        <pc:picChg chg="mod">
          <ac:chgData name="Rofiat Muhammad" userId="dc290707746958cf" providerId="LiveId" clId="{90209DFF-2DD7-40EF-A77C-FFBC5ACCE5E7}" dt="2025-11-28T13:53:40.361" v="408" actId="1076"/>
          <ac:picMkLst>
            <pc:docMk/>
            <pc:sldMk cId="0" sldId="256"/>
            <ac:picMk id="15" creationId="{BF0748B5-DD28-641F-80F6-B13D2BEB85B6}"/>
          </ac:picMkLst>
        </pc:picChg>
      </pc:sldChg>
      <pc:sldChg chg="addSp delSp modSp mod">
        <pc:chgData name="Rofiat Muhammad" userId="dc290707746958cf" providerId="LiveId" clId="{90209DFF-2DD7-40EF-A77C-FFBC5ACCE5E7}" dt="2025-11-28T17:57:26.840" v="6171" actId="1076"/>
        <pc:sldMkLst>
          <pc:docMk/>
          <pc:sldMk cId="0" sldId="257"/>
        </pc:sldMkLst>
        <pc:spChg chg="mod">
          <ac:chgData name="Rofiat Muhammad" userId="dc290707746958cf" providerId="LiveId" clId="{90209DFF-2DD7-40EF-A77C-FFBC5ACCE5E7}" dt="2025-11-28T14:49:46.603" v="1682" actId="1076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Rofiat Muhammad" userId="dc290707746958cf" providerId="LiveId" clId="{90209DFF-2DD7-40EF-A77C-FFBC5ACCE5E7}" dt="2025-11-28T14:30:54.987" v="985" actId="478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Rofiat Muhammad" userId="dc290707746958cf" providerId="LiveId" clId="{90209DFF-2DD7-40EF-A77C-FFBC5ACCE5E7}" dt="2025-11-28T14:31:03.228" v="990" actId="478"/>
          <ac:spMkLst>
            <pc:docMk/>
            <pc:sldMk cId="0" sldId="257"/>
            <ac:spMk id="7" creationId="{00000000-0000-0000-0000-000000000000}"/>
          </ac:spMkLst>
        </pc:spChg>
        <pc:spChg chg="add del mod">
          <ac:chgData name="Rofiat Muhammad" userId="dc290707746958cf" providerId="LiveId" clId="{90209DFF-2DD7-40EF-A77C-FFBC5ACCE5E7}" dt="2025-11-28T13:25:57.762" v="229" actId="478"/>
          <ac:spMkLst>
            <pc:docMk/>
            <pc:sldMk cId="0" sldId="257"/>
            <ac:spMk id="8" creationId="{FB71E55A-BFF2-663D-92A8-DD5ED75D2213}"/>
          </ac:spMkLst>
        </pc:spChg>
        <pc:spChg chg="add mod">
          <ac:chgData name="Rofiat Muhammad" userId="dc290707746958cf" providerId="LiveId" clId="{90209DFF-2DD7-40EF-A77C-FFBC5ACCE5E7}" dt="2025-11-28T14:47:56.945" v="1657" actId="14100"/>
          <ac:spMkLst>
            <pc:docMk/>
            <pc:sldMk cId="0" sldId="257"/>
            <ac:spMk id="9" creationId="{29B781AB-C4D9-9BAF-C96E-53346D66AF0D}"/>
          </ac:spMkLst>
        </pc:spChg>
        <pc:spChg chg="del topLvl">
          <ac:chgData name="Rofiat Muhammad" userId="dc290707746958cf" providerId="LiveId" clId="{90209DFF-2DD7-40EF-A77C-FFBC5ACCE5E7}" dt="2025-11-28T13:28:23.466" v="262" actId="478"/>
          <ac:spMkLst>
            <pc:docMk/>
            <pc:sldMk cId="0" sldId="257"/>
            <ac:spMk id="10" creationId="{00000000-0000-0000-0000-000000000000}"/>
          </ac:spMkLst>
        </pc:spChg>
        <pc:spChg chg="add del mod">
          <ac:chgData name="Rofiat Muhammad" userId="dc290707746958cf" providerId="LiveId" clId="{90209DFF-2DD7-40EF-A77C-FFBC5ACCE5E7}" dt="2025-11-28T13:47:25.444" v="325" actId="478"/>
          <ac:spMkLst>
            <pc:docMk/>
            <pc:sldMk cId="0" sldId="257"/>
            <ac:spMk id="11" creationId="{88715102-F72E-40BD-EA40-DCE453C0C60F}"/>
          </ac:spMkLst>
        </pc:spChg>
        <pc:spChg chg="del mod topLvl">
          <ac:chgData name="Rofiat Muhammad" userId="dc290707746958cf" providerId="LiveId" clId="{90209DFF-2DD7-40EF-A77C-FFBC5ACCE5E7}" dt="2025-11-28T13:28:21.679" v="261" actId="478"/>
          <ac:spMkLst>
            <pc:docMk/>
            <pc:sldMk cId="0" sldId="257"/>
            <ac:spMk id="12" creationId="{00000000-0000-0000-0000-000000000000}"/>
          </ac:spMkLst>
        </pc:spChg>
        <pc:spChg chg="add mod">
          <ac:chgData name="Rofiat Muhammad" userId="dc290707746958cf" providerId="LiveId" clId="{90209DFF-2DD7-40EF-A77C-FFBC5ACCE5E7}" dt="2025-11-28T14:47:48.738" v="1656" actId="1076"/>
          <ac:spMkLst>
            <pc:docMk/>
            <pc:sldMk cId="0" sldId="257"/>
            <ac:spMk id="14" creationId="{F11EE410-AA97-A8B9-0F22-807D8941E388}"/>
          </ac:spMkLst>
        </pc:spChg>
        <pc:spChg chg="add del mod">
          <ac:chgData name="Rofiat Muhammad" userId="dc290707746958cf" providerId="LiveId" clId="{90209DFF-2DD7-40EF-A77C-FFBC5ACCE5E7}" dt="2025-11-28T13:47:43.322" v="328" actId="478"/>
          <ac:spMkLst>
            <pc:docMk/>
            <pc:sldMk cId="0" sldId="257"/>
            <ac:spMk id="15" creationId="{D36D2747-D5A7-C9B6-A8A6-D08F28556F84}"/>
          </ac:spMkLst>
        </pc:spChg>
        <pc:spChg chg="del">
          <ac:chgData name="Rofiat Muhammad" userId="dc290707746958cf" providerId="LiveId" clId="{90209DFF-2DD7-40EF-A77C-FFBC5ACCE5E7}" dt="2025-11-28T13:29:27.963" v="270" actId="478"/>
          <ac:spMkLst>
            <pc:docMk/>
            <pc:sldMk cId="0" sldId="257"/>
            <ac:spMk id="16" creationId="{7B6225EC-FF71-4B3B-0C15-9E963BEC6A6F}"/>
          </ac:spMkLst>
        </pc:spChg>
        <pc:spChg chg="del">
          <ac:chgData name="Rofiat Muhammad" userId="dc290707746958cf" providerId="LiveId" clId="{90209DFF-2DD7-40EF-A77C-FFBC5ACCE5E7}" dt="2025-11-28T13:29:33.259" v="271" actId="478"/>
          <ac:spMkLst>
            <pc:docMk/>
            <pc:sldMk cId="0" sldId="257"/>
            <ac:spMk id="17" creationId="{9F210356-931A-8CC9-15C8-55A9F3FAC28C}"/>
          </ac:spMkLst>
        </pc:spChg>
        <pc:spChg chg="del mod">
          <ac:chgData name="Rofiat Muhammad" userId="dc290707746958cf" providerId="LiveId" clId="{90209DFF-2DD7-40EF-A77C-FFBC5ACCE5E7}" dt="2025-11-28T14:31:01.824" v="989" actId="478"/>
          <ac:spMkLst>
            <pc:docMk/>
            <pc:sldMk cId="0" sldId="257"/>
            <ac:spMk id="18" creationId="{5BD88622-A1ED-2FFE-B85C-D811DBD85F52}"/>
          </ac:spMkLst>
        </pc:spChg>
        <pc:spChg chg="del mod">
          <ac:chgData name="Rofiat Muhammad" userId="dc290707746958cf" providerId="LiveId" clId="{90209DFF-2DD7-40EF-A77C-FFBC5ACCE5E7}" dt="2025-11-28T14:30:56.895" v="986" actId="478"/>
          <ac:spMkLst>
            <pc:docMk/>
            <pc:sldMk cId="0" sldId="257"/>
            <ac:spMk id="19" creationId="{13C3146E-3107-BCEC-DAF3-3F6624BF5035}"/>
          </ac:spMkLst>
        </pc:spChg>
        <pc:spChg chg="add del mod">
          <ac:chgData name="Rofiat Muhammad" userId="dc290707746958cf" providerId="LiveId" clId="{90209DFF-2DD7-40EF-A77C-FFBC5ACCE5E7}" dt="2025-11-28T13:47:47.071" v="329" actId="478"/>
          <ac:spMkLst>
            <pc:docMk/>
            <pc:sldMk cId="0" sldId="257"/>
            <ac:spMk id="20" creationId="{D914D4EC-5EF5-4C9E-EC81-7C29E7A392E8}"/>
          </ac:spMkLst>
        </pc:spChg>
        <pc:spChg chg="add mod">
          <ac:chgData name="Rofiat Muhammad" userId="dc290707746958cf" providerId="LiveId" clId="{90209DFF-2DD7-40EF-A77C-FFBC5ACCE5E7}" dt="2025-11-28T14:48:04.152" v="1658" actId="14100"/>
          <ac:spMkLst>
            <pc:docMk/>
            <pc:sldMk cId="0" sldId="257"/>
            <ac:spMk id="21" creationId="{71453EBA-D506-371B-B7E3-E13458BDF6B4}"/>
          </ac:spMkLst>
        </pc:spChg>
        <pc:spChg chg="add del mod">
          <ac:chgData name="Rofiat Muhammad" userId="dc290707746958cf" providerId="LiveId" clId="{90209DFF-2DD7-40EF-A77C-FFBC5ACCE5E7}" dt="2025-11-28T13:31:58.030" v="288" actId="478"/>
          <ac:spMkLst>
            <pc:docMk/>
            <pc:sldMk cId="0" sldId="257"/>
            <ac:spMk id="22" creationId="{B194431D-EC59-DC4C-6139-0C33C4795E4B}"/>
          </ac:spMkLst>
        </pc:spChg>
        <pc:spChg chg="add del mod">
          <ac:chgData name="Rofiat Muhammad" userId="dc290707746958cf" providerId="LiveId" clId="{90209DFF-2DD7-40EF-A77C-FFBC5ACCE5E7}" dt="2025-11-28T13:32:07.433" v="290" actId="478"/>
          <ac:spMkLst>
            <pc:docMk/>
            <pc:sldMk cId="0" sldId="257"/>
            <ac:spMk id="24" creationId="{1F30E6AE-9547-8844-3FC6-B1FE2C330473}"/>
          </ac:spMkLst>
        </pc:spChg>
        <pc:spChg chg="add del mod">
          <ac:chgData name="Rofiat Muhammad" userId="dc290707746958cf" providerId="LiveId" clId="{90209DFF-2DD7-40EF-A77C-FFBC5ACCE5E7}" dt="2025-11-28T13:32:10.489" v="291" actId="478"/>
          <ac:spMkLst>
            <pc:docMk/>
            <pc:sldMk cId="0" sldId="257"/>
            <ac:spMk id="25" creationId="{658C8996-C8EF-AEF9-BEFF-DF883BEFEF74}"/>
          </ac:spMkLst>
        </pc:spChg>
        <pc:spChg chg="add del mod">
          <ac:chgData name="Rofiat Muhammad" userId="dc290707746958cf" providerId="LiveId" clId="{90209DFF-2DD7-40EF-A77C-FFBC5ACCE5E7}" dt="2025-11-28T13:32:13.363" v="292" actId="478"/>
          <ac:spMkLst>
            <pc:docMk/>
            <pc:sldMk cId="0" sldId="257"/>
            <ac:spMk id="26" creationId="{802EFBB7-75D9-865D-CBAC-5E8F88529FD6}"/>
          </ac:spMkLst>
        </pc:spChg>
        <pc:spChg chg="del mod">
          <ac:chgData name="Rofiat Muhammad" userId="dc290707746958cf" providerId="LiveId" clId="{90209DFF-2DD7-40EF-A77C-FFBC5ACCE5E7}" dt="2025-11-28T13:20:49.226" v="200" actId="478"/>
          <ac:spMkLst>
            <pc:docMk/>
            <pc:sldMk cId="0" sldId="257"/>
            <ac:spMk id="27" creationId="{7B35912B-7787-B51F-B077-A90AC47AA149}"/>
          </ac:spMkLst>
        </pc:spChg>
        <pc:spChg chg="add mod ord">
          <ac:chgData name="Rofiat Muhammad" userId="dc290707746958cf" providerId="LiveId" clId="{90209DFF-2DD7-40EF-A77C-FFBC5ACCE5E7}" dt="2025-11-28T14:35:51.894" v="998" actId="14100"/>
          <ac:spMkLst>
            <pc:docMk/>
            <pc:sldMk cId="0" sldId="257"/>
            <ac:spMk id="28" creationId="{E9C15382-610B-100B-B2B5-99B5F66F8E16}"/>
          </ac:spMkLst>
        </pc:spChg>
        <pc:spChg chg="add mod">
          <ac:chgData name="Rofiat Muhammad" userId="dc290707746958cf" providerId="LiveId" clId="{90209DFF-2DD7-40EF-A77C-FFBC5ACCE5E7}" dt="2025-11-28T13:48:34.195" v="342" actId="1076"/>
          <ac:spMkLst>
            <pc:docMk/>
            <pc:sldMk cId="0" sldId="257"/>
            <ac:spMk id="29" creationId="{8E2077DD-4EFE-8411-43AC-24589EF57F1D}"/>
          </ac:spMkLst>
        </pc:spChg>
        <pc:spChg chg="add mod">
          <ac:chgData name="Rofiat Muhammad" userId="dc290707746958cf" providerId="LiveId" clId="{90209DFF-2DD7-40EF-A77C-FFBC5ACCE5E7}" dt="2025-11-28T13:48:33.232" v="341" actId="1076"/>
          <ac:spMkLst>
            <pc:docMk/>
            <pc:sldMk cId="0" sldId="257"/>
            <ac:spMk id="30" creationId="{38F82F2B-E6D4-748A-CC9B-679C62750ED3}"/>
          </ac:spMkLst>
        </pc:spChg>
        <pc:spChg chg="add mod">
          <ac:chgData name="Rofiat Muhammad" userId="dc290707746958cf" providerId="LiveId" clId="{90209DFF-2DD7-40EF-A77C-FFBC5ACCE5E7}" dt="2025-11-28T13:48:32.295" v="340" actId="1076"/>
          <ac:spMkLst>
            <pc:docMk/>
            <pc:sldMk cId="0" sldId="257"/>
            <ac:spMk id="31" creationId="{354967D2-EFCE-9243-A754-FA5316506A9F}"/>
          </ac:spMkLst>
        </pc:spChg>
        <pc:spChg chg="add del mod">
          <ac:chgData name="Rofiat Muhammad" userId="dc290707746958cf" providerId="LiveId" clId="{90209DFF-2DD7-40EF-A77C-FFBC5ACCE5E7}" dt="2025-11-28T14:22:31.997" v="527" actId="478"/>
          <ac:spMkLst>
            <pc:docMk/>
            <pc:sldMk cId="0" sldId="257"/>
            <ac:spMk id="32" creationId="{111B933B-7418-22E9-DBDE-2EF44EFA463B}"/>
          </ac:spMkLst>
        </pc:spChg>
        <pc:spChg chg="add del mod">
          <ac:chgData name="Rofiat Muhammad" userId="dc290707746958cf" providerId="LiveId" clId="{90209DFF-2DD7-40EF-A77C-FFBC5ACCE5E7}" dt="2025-11-28T14:22:35.946" v="529" actId="478"/>
          <ac:spMkLst>
            <pc:docMk/>
            <pc:sldMk cId="0" sldId="257"/>
            <ac:spMk id="33" creationId="{0C554A25-40D5-C94B-F5D6-0E215A5C88E9}"/>
          </ac:spMkLst>
        </pc:spChg>
        <pc:spChg chg="add del mod">
          <ac:chgData name="Rofiat Muhammad" userId="dc290707746958cf" providerId="LiveId" clId="{90209DFF-2DD7-40EF-A77C-FFBC5ACCE5E7}" dt="2025-11-28T14:22:39.198" v="530" actId="478"/>
          <ac:spMkLst>
            <pc:docMk/>
            <pc:sldMk cId="0" sldId="257"/>
            <ac:spMk id="34" creationId="{47D45E35-A0D6-16FC-973F-2C1D9ACEA2CD}"/>
          </ac:spMkLst>
        </pc:spChg>
        <pc:spChg chg="add del mod">
          <ac:chgData name="Rofiat Muhammad" userId="dc290707746958cf" providerId="LiveId" clId="{90209DFF-2DD7-40EF-A77C-FFBC5ACCE5E7}" dt="2025-11-28T14:22:42.751" v="531" actId="478"/>
          <ac:spMkLst>
            <pc:docMk/>
            <pc:sldMk cId="0" sldId="257"/>
            <ac:spMk id="35" creationId="{414B8C7D-2EB3-67AE-C837-BC95F197BBA0}"/>
          </ac:spMkLst>
        </pc:spChg>
        <pc:spChg chg="add mod">
          <ac:chgData name="Rofiat Muhammad" userId="dc290707746958cf" providerId="LiveId" clId="{90209DFF-2DD7-40EF-A77C-FFBC5ACCE5E7}" dt="2025-11-28T14:48:43.752" v="1677" actId="20577"/>
          <ac:spMkLst>
            <pc:docMk/>
            <pc:sldMk cId="0" sldId="257"/>
            <ac:spMk id="36" creationId="{26253EA1-6B98-3972-F458-F53CC484A7DB}"/>
          </ac:spMkLst>
        </pc:spChg>
        <pc:spChg chg="add mod">
          <ac:chgData name="Rofiat Muhammad" userId="dc290707746958cf" providerId="LiveId" clId="{90209DFF-2DD7-40EF-A77C-FFBC5ACCE5E7}" dt="2025-11-28T17:57:17.762" v="6170" actId="1076"/>
          <ac:spMkLst>
            <pc:docMk/>
            <pc:sldMk cId="0" sldId="257"/>
            <ac:spMk id="37" creationId="{98F64F20-D4E8-CFE0-8A37-35343319F787}"/>
          </ac:spMkLst>
        </pc:spChg>
        <pc:grpChg chg="del">
          <ac:chgData name="Rofiat Muhammad" userId="dc290707746958cf" providerId="LiveId" clId="{90209DFF-2DD7-40EF-A77C-FFBC5ACCE5E7}" dt="2025-11-28T13:28:21.679" v="261" actId="478"/>
          <ac:grpSpMkLst>
            <pc:docMk/>
            <pc:sldMk cId="0" sldId="257"/>
            <ac:grpSpMk id="23" creationId="{F802AE8A-9871-5C8B-1938-4857FF8D3967}"/>
          </ac:grpSpMkLst>
        </pc:grpChg>
        <pc:picChg chg="add del mod">
          <ac:chgData name="Rofiat Muhammad" userId="dc290707746958cf" providerId="LiveId" clId="{90209DFF-2DD7-40EF-A77C-FFBC5ACCE5E7}" dt="2025-11-28T13:23:26.657" v="226" actId="478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Rofiat Muhammad" userId="dc290707746958cf" providerId="LiveId" clId="{90209DFF-2DD7-40EF-A77C-FFBC5ACCE5E7}" dt="2025-11-28T17:57:26.840" v="6171" actId="1076"/>
          <ac:picMkLst>
            <pc:docMk/>
            <pc:sldMk cId="0" sldId="257"/>
            <ac:picMk id="6" creationId="{DB0EA85B-EA05-BE25-EA3D-644EF9211955}"/>
          </ac:picMkLst>
        </pc:picChg>
      </pc:sldChg>
      <pc:sldChg chg="addSp delSp modSp mod">
        <pc:chgData name="Rofiat Muhammad" userId="dc290707746958cf" providerId="LiveId" clId="{90209DFF-2DD7-40EF-A77C-FFBC5ACCE5E7}" dt="2025-11-28T17:00:49.941" v="4274" actId="20577"/>
        <pc:sldMkLst>
          <pc:docMk/>
          <pc:sldMk cId="0" sldId="258"/>
        </pc:sldMkLst>
        <pc:spChg chg="mod">
          <ac:chgData name="Rofiat Muhammad" userId="dc290707746958cf" providerId="LiveId" clId="{90209DFF-2DD7-40EF-A77C-FFBC5ACCE5E7}" dt="2025-11-28T17:00:49.941" v="4274" actId="20577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Rofiat Muhammad" userId="dc290707746958cf" providerId="LiveId" clId="{90209DFF-2DD7-40EF-A77C-FFBC5ACCE5E7}" dt="2025-11-28T16:22:19.306" v="3345" actId="20577"/>
          <ac:spMkLst>
            <pc:docMk/>
            <pc:sldMk cId="0" sldId="258"/>
            <ac:spMk id="4" creationId="{5DD5B9C6-65C2-F318-2AE6-BE702F301BBA}"/>
          </ac:spMkLst>
        </pc:spChg>
        <pc:spChg chg="add mod">
          <ac:chgData name="Rofiat Muhammad" userId="dc290707746958cf" providerId="LiveId" clId="{90209DFF-2DD7-40EF-A77C-FFBC5ACCE5E7}" dt="2025-11-28T16:09:09.439" v="3046" actId="1076"/>
          <ac:spMkLst>
            <pc:docMk/>
            <pc:sldMk cId="0" sldId="258"/>
            <ac:spMk id="5" creationId="{36D142DD-9945-A15F-CEB5-B5B485CEACFB}"/>
          </ac:spMkLst>
        </pc:spChg>
        <pc:spChg chg="mod">
          <ac:chgData name="Rofiat Muhammad" userId="dc290707746958cf" providerId="LiveId" clId="{90209DFF-2DD7-40EF-A77C-FFBC5ACCE5E7}" dt="2025-11-28T15:50:48.625" v="2230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Rofiat Muhammad" userId="dc290707746958cf" providerId="LiveId" clId="{90209DFF-2DD7-40EF-A77C-FFBC5ACCE5E7}" dt="2025-11-28T16:08:44.278" v="3042" actId="1076"/>
          <ac:spMkLst>
            <pc:docMk/>
            <pc:sldMk cId="0" sldId="258"/>
            <ac:spMk id="15" creationId="{00000000-0000-0000-0000-000000000000}"/>
          </ac:spMkLst>
        </pc:spChg>
        <pc:picChg chg="del">
          <ac:chgData name="Rofiat Muhammad" userId="dc290707746958cf" providerId="LiveId" clId="{90209DFF-2DD7-40EF-A77C-FFBC5ACCE5E7}" dt="2025-11-28T15:33:01.029" v="1862" actId="478"/>
          <ac:picMkLst>
            <pc:docMk/>
            <pc:sldMk cId="0" sldId="258"/>
            <ac:picMk id="2" creationId="{00000000-0000-0000-0000-000000000000}"/>
          </ac:picMkLst>
        </pc:picChg>
      </pc:sldChg>
      <pc:sldChg chg="del">
        <pc:chgData name="Rofiat Muhammad" userId="dc290707746958cf" providerId="LiveId" clId="{90209DFF-2DD7-40EF-A77C-FFBC5ACCE5E7}" dt="2025-11-28T16:25:50.771" v="3346" actId="2696"/>
        <pc:sldMkLst>
          <pc:docMk/>
          <pc:sldMk cId="0" sldId="259"/>
        </pc:sldMkLst>
      </pc:sldChg>
      <pc:sldChg chg="addSp delSp modSp mod">
        <pc:chgData name="Rofiat Muhammad" userId="dc290707746958cf" providerId="LiveId" clId="{90209DFF-2DD7-40EF-A77C-FFBC5ACCE5E7}" dt="2025-11-28T18:16:44.270" v="6297" actId="20577"/>
        <pc:sldMkLst>
          <pc:docMk/>
          <pc:sldMk cId="0" sldId="260"/>
        </pc:sldMkLst>
        <pc:spChg chg="mod">
          <ac:chgData name="Rofiat Muhammad" userId="dc290707746958cf" providerId="LiveId" clId="{90209DFF-2DD7-40EF-A77C-FFBC5ACCE5E7}" dt="2025-11-28T14:57:32.337" v="1764" actId="1076"/>
          <ac:spMkLst>
            <pc:docMk/>
            <pc:sldMk cId="0" sldId="260"/>
            <ac:spMk id="2" creationId="{00000000-0000-0000-0000-000000000000}"/>
          </ac:spMkLst>
        </pc:spChg>
        <pc:spChg chg="del topLvl">
          <ac:chgData name="Rofiat Muhammad" userId="dc290707746958cf" providerId="LiveId" clId="{90209DFF-2DD7-40EF-A77C-FFBC5ACCE5E7}" dt="2025-11-28T14:50:13.560" v="1683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fiat Muhammad" userId="dc290707746958cf" providerId="LiveId" clId="{90209DFF-2DD7-40EF-A77C-FFBC5ACCE5E7}" dt="2025-11-28T15:01:07.246" v="1778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fiat Muhammad" userId="dc290707746958cf" providerId="LiveId" clId="{90209DFF-2DD7-40EF-A77C-FFBC5ACCE5E7}" dt="2025-11-28T15:01:48.477" v="1821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Rofiat Muhammad" userId="dc290707746958cf" providerId="LiveId" clId="{90209DFF-2DD7-40EF-A77C-FFBC5ACCE5E7}" dt="2025-11-28T15:03:43.381" v="1859" actId="20577"/>
          <ac:spMkLst>
            <pc:docMk/>
            <pc:sldMk cId="0" sldId="260"/>
            <ac:spMk id="7" creationId="{00000000-0000-0000-0000-000000000000}"/>
          </ac:spMkLst>
        </pc:spChg>
        <pc:spChg chg="add del mod ord">
          <ac:chgData name="Rofiat Muhammad" userId="dc290707746958cf" providerId="LiveId" clId="{90209DFF-2DD7-40EF-A77C-FFBC5ACCE5E7}" dt="2025-11-28T14:56:42.303" v="1718" actId="478"/>
          <ac:spMkLst>
            <pc:docMk/>
            <pc:sldMk cId="0" sldId="260"/>
            <ac:spMk id="9" creationId="{7888977E-60CD-FE25-5033-2FF0539EB6BC}"/>
          </ac:spMkLst>
        </pc:spChg>
        <pc:spChg chg="add del mod">
          <ac:chgData name="Rofiat Muhammad" userId="dc290707746958cf" providerId="LiveId" clId="{90209DFF-2DD7-40EF-A77C-FFBC5ACCE5E7}" dt="2025-11-28T14:51:01.717" v="1689" actId="478"/>
          <ac:spMkLst>
            <pc:docMk/>
            <pc:sldMk cId="0" sldId="260"/>
            <ac:spMk id="11" creationId="{7C7231A7-0220-2DAF-B2DB-E205075B334A}"/>
          </ac:spMkLst>
        </pc:spChg>
        <pc:spChg chg="add del mod ord">
          <ac:chgData name="Rofiat Muhammad" userId="dc290707746958cf" providerId="LiveId" clId="{90209DFF-2DD7-40EF-A77C-FFBC5ACCE5E7}" dt="2025-11-28T14:56:40.131" v="1717" actId="478"/>
          <ac:spMkLst>
            <pc:docMk/>
            <pc:sldMk cId="0" sldId="260"/>
            <ac:spMk id="12" creationId="{362EB269-D84E-94B3-0199-9182364CDA33}"/>
          </ac:spMkLst>
        </pc:spChg>
        <pc:spChg chg="mod">
          <ac:chgData name="Rofiat Muhammad" userId="dc290707746958cf" providerId="LiveId" clId="{90209DFF-2DD7-40EF-A77C-FFBC5ACCE5E7}" dt="2025-11-28T15:01:28.606" v="1800" actId="20577"/>
          <ac:spMkLst>
            <pc:docMk/>
            <pc:sldMk cId="0" sldId="260"/>
            <ac:spMk id="13" creationId="{ADC4DA2F-5D99-950E-D4D3-CA81E828A738}"/>
          </ac:spMkLst>
        </pc:spChg>
        <pc:spChg chg="del topLvl">
          <ac:chgData name="Rofiat Muhammad" userId="dc290707746958cf" providerId="LiveId" clId="{90209DFF-2DD7-40EF-A77C-FFBC5ACCE5E7}" dt="2025-11-28T14:50:20.026" v="1684" actId="478"/>
          <ac:spMkLst>
            <pc:docMk/>
            <pc:sldMk cId="0" sldId="260"/>
            <ac:spMk id="14" creationId="{B17DCEBC-4426-EF82-A16A-B17E74AD9F3B}"/>
          </ac:spMkLst>
        </pc:spChg>
        <pc:spChg chg="add del mod ord">
          <ac:chgData name="Rofiat Muhammad" userId="dc290707746958cf" providerId="LiveId" clId="{90209DFF-2DD7-40EF-A77C-FFBC5ACCE5E7}" dt="2025-11-28T14:56:38.184" v="1716" actId="478"/>
          <ac:spMkLst>
            <pc:docMk/>
            <pc:sldMk cId="0" sldId="260"/>
            <ac:spMk id="19" creationId="{1B6A67D5-F086-1B25-209D-DC8FD592A702}"/>
          </ac:spMkLst>
        </pc:spChg>
        <pc:spChg chg="mod">
          <ac:chgData name="Rofiat Muhammad" userId="dc290707746958cf" providerId="LiveId" clId="{90209DFF-2DD7-40EF-A77C-FFBC5ACCE5E7}" dt="2025-11-28T15:02:48.827" v="1847"/>
          <ac:spMkLst>
            <pc:docMk/>
            <pc:sldMk cId="0" sldId="260"/>
            <ac:spMk id="21" creationId="{3C9977CF-AA4C-2797-13B5-7EF9A96E3D43}"/>
          </ac:spMkLst>
        </pc:spChg>
        <pc:spChg chg="mod">
          <ac:chgData name="Rofiat Muhammad" userId="dc290707746958cf" providerId="LiveId" clId="{90209DFF-2DD7-40EF-A77C-FFBC5ACCE5E7}" dt="2025-11-28T15:02:48.827" v="1847"/>
          <ac:spMkLst>
            <pc:docMk/>
            <pc:sldMk cId="0" sldId="260"/>
            <ac:spMk id="22" creationId="{68DC73DC-48EB-5AA9-4092-0A23B0C34CC1}"/>
          </ac:spMkLst>
        </pc:spChg>
        <pc:spChg chg="mod">
          <ac:chgData name="Rofiat Muhammad" userId="dc290707746958cf" providerId="LiveId" clId="{90209DFF-2DD7-40EF-A77C-FFBC5ACCE5E7}" dt="2025-11-28T15:02:55.483" v="1850"/>
          <ac:spMkLst>
            <pc:docMk/>
            <pc:sldMk cId="0" sldId="260"/>
            <ac:spMk id="24" creationId="{918AE3BC-B4FE-5328-8596-F6C67214DBB2}"/>
          </ac:spMkLst>
        </pc:spChg>
        <pc:spChg chg="mod">
          <ac:chgData name="Rofiat Muhammad" userId="dc290707746958cf" providerId="LiveId" clId="{90209DFF-2DD7-40EF-A77C-FFBC5ACCE5E7}" dt="2025-11-28T15:02:55.483" v="1850"/>
          <ac:spMkLst>
            <pc:docMk/>
            <pc:sldMk cId="0" sldId="260"/>
            <ac:spMk id="25" creationId="{C8C66DB0-1D6A-6288-F544-A8C3AF08A477}"/>
          </ac:spMkLst>
        </pc:spChg>
        <pc:spChg chg="mod">
          <ac:chgData name="Rofiat Muhammad" userId="dc290707746958cf" providerId="LiveId" clId="{90209DFF-2DD7-40EF-A77C-FFBC5ACCE5E7}" dt="2025-11-28T15:03:06.832" v="1852"/>
          <ac:spMkLst>
            <pc:docMk/>
            <pc:sldMk cId="0" sldId="260"/>
            <ac:spMk id="27" creationId="{B73354EA-FC3E-CE24-169F-5C89AEDC3F57}"/>
          </ac:spMkLst>
        </pc:spChg>
        <pc:spChg chg="mod">
          <ac:chgData name="Rofiat Muhammad" userId="dc290707746958cf" providerId="LiveId" clId="{90209DFF-2DD7-40EF-A77C-FFBC5ACCE5E7}" dt="2025-11-28T15:03:06.832" v="1852"/>
          <ac:spMkLst>
            <pc:docMk/>
            <pc:sldMk cId="0" sldId="260"/>
            <ac:spMk id="28" creationId="{6F76D3B9-3995-B98D-82CE-441B062C857A}"/>
          </ac:spMkLst>
        </pc:spChg>
        <pc:grpChg chg="del mod">
          <ac:chgData name="Rofiat Muhammad" userId="dc290707746958cf" providerId="LiveId" clId="{90209DFF-2DD7-40EF-A77C-FFBC5ACCE5E7}" dt="2025-11-28T15:03:48.172" v="1861" actId="478"/>
          <ac:grpSpMkLst>
            <pc:docMk/>
            <pc:sldMk cId="0" sldId="260"/>
            <ac:grpSpMk id="15" creationId="{F9E6959D-1FAF-A740-1ED2-F0C3E2247FB1}"/>
          </ac:grpSpMkLst>
        </pc:grpChg>
        <pc:grpChg chg="add del mod">
          <ac:chgData name="Rofiat Muhammad" userId="dc290707746958cf" providerId="LiveId" clId="{90209DFF-2DD7-40EF-A77C-FFBC5ACCE5E7}" dt="2025-11-28T15:03:41.372" v="1858" actId="478"/>
          <ac:grpSpMkLst>
            <pc:docMk/>
            <pc:sldMk cId="0" sldId="260"/>
            <ac:grpSpMk id="16" creationId="{D176398E-F6E0-E1B2-A5CC-92E7402D0CC7}"/>
          </ac:grpSpMkLst>
        </pc:grpChg>
        <pc:grpChg chg="add del mod">
          <ac:chgData name="Rofiat Muhammad" userId="dc290707746958cf" providerId="LiveId" clId="{90209DFF-2DD7-40EF-A77C-FFBC5ACCE5E7}" dt="2025-11-28T15:03:45.585" v="1860" actId="478"/>
          <ac:grpSpMkLst>
            <pc:docMk/>
            <pc:sldMk cId="0" sldId="260"/>
            <ac:grpSpMk id="17" creationId="{5EDE7512-414F-07A3-555B-C0123C9970CB}"/>
          </ac:grpSpMkLst>
        </pc:grpChg>
        <pc:grpChg chg="del">
          <ac:chgData name="Rofiat Muhammad" userId="dc290707746958cf" providerId="LiveId" clId="{90209DFF-2DD7-40EF-A77C-FFBC5ACCE5E7}" dt="2025-11-28T14:50:13.560" v="1683" actId="478"/>
          <ac:grpSpMkLst>
            <pc:docMk/>
            <pc:sldMk cId="0" sldId="260"/>
            <ac:grpSpMk id="18" creationId="{B3CB9B66-C965-7AF4-B3FC-9FA84AAF47F7}"/>
          </ac:grpSpMkLst>
        </pc:grpChg>
        <pc:grpChg chg="add mod">
          <ac:chgData name="Rofiat Muhammad" userId="dc290707746958cf" providerId="LiveId" clId="{90209DFF-2DD7-40EF-A77C-FFBC5ACCE5E7}" dt="2025-11-28T15:02:48.827" v="1847"/>
          <ac:grpSpMkLst>
            <pc:docMk/>
            <pc:sldMk cId="0" sldId="260"/>
            <ac:grpSpMk id="20" creationId="{E743675A-91B8-E6E6-6AC8-D2EDA996462B}"/>
          </ac:grpSpMkLst>
        </pc:grpChg>
        <pc:grpChg chg="add mod">
          <ac:chgData name="Rofiat Muhammad" userId="dc290707746958cf" providerId="LiveId" clId="{90209DFF-2DD7-40EF-A77C-FFBC5ACCE5E7}" dt="2025-11-28T15:03:38.673" v="1855" actId="1076"/>
          <ac:grpSpMkLst>
            <pc:docMk/>
            <pc:sldMk cId="0" sldId="260"/>
            <ac:grpSpMk id="23" creationId="{83ADA1FB-3628-A6F4-8A7E-8D49E149829E}"/>
          </ac:grpSpMkLst>
        </pc:grpChg>
        <pc:grpChg chg="add mod">
          <ac:chgData name="Rofiat Muhammad" userId="dc290707746958cf" providerId="LiveId" clId="{90209DFF-2DD7-40EF-A77C-FFBC5ACCE5E7}" dt="2025-11-28T15:03:37.647" v="1854" actId="1076"/>
          <ac:grpSpMkLst>
            <pc:docMk/>
            <pc:sldMk cId="0" sldId="260"/>
            <ac:grpSpMk id="26" creationId="{0C2A31AF-5021-AD5A-23D5-E766B7A0B9AB}"/>
          </ac:grpSpMkLst>
        </pc:grpChg>
        <pc:graphicFrameChg chg="add del mod modGraphic">
          <ac:chgData name="Rofiat Muhammad" userId="dc290707746958cf" providerId="LiveId" clId="{90209DFF-2DD7-40EF-A77C-FFBC5ACCE5E7}" dt="2025-11-28T17:29:26.626" v="5167" actId="478"/>
          <ac:graphicFrameMkLst>
            <pc:docMk/>
            <pc:sldMk cId="0" sldId="260"/>
            <ac:graphicFrameMk id="29" creationId="{BC2EAA98-5A24-85FB-BE5A-21EBB95B3247}"/>
          </ac:graphicFrameMkLst>
        </pc:graphicFrameChg>
        <pc:graphicFrameChg chg="add del mod">
          <ac:chgData name="Rofiat Muhammad" userId="dc290707746958cf" providerId="LiveId" clId="{90209DFF-2DD7-40EF-A77C-FFBC5ACCE5E7}" dt="2025-11-28T17:30:15.662" v="5169" actId="478"/>
          <ac:graphicFrameMkLst>
            <pc:docMk/>
            <pc:sldMk cId="0" sldId="260"/>
            <ac:graphicFrameMk id="30" creationId="{283E02EB-AD4D-20ED-AAD8-8B946EA72CD5}"/>
          </ac:graphicFrameMkLst>
        </pc:graphicFrameChg>
        <pc:graphicFrameChg chg="add mod modGraphic">
          <ac:chgData name="Rofiat Muhammad" userId="dc290707746958cf" providerId="LiveId" clId="{90209DFF-2DD7-40EF-A77C-FFBC5ACCE5E7}" dt="2025-11-28T18:16:44.270" v="6297" actId="20577"/>
          <ac:graphicFrameMkLst>
            <pc:docMk/>
            <pc:sldMk cId="0" sldId="260"/>
            <ac:graphicFrameMk id="31" creationId="{84225991-9B24-04D7-334E-9F2E6D130AE9}"/>
          </ac:graphicFrameMkLst>
        </pc:graphicFrameChg>
      </pc:sldChg>
      <pc:sldChg chg="del">
        <pc:chgData name="Rofiat Muhammad" userId="dc290707746958cf" providerId="LiveId" clId="{90209DFF-2DD7-40EF-A77C-FFBC5ACCE5E7}" dt="2025-11-28T16:26:03.436" v="3348" actId="2696"/>
        <pc:sldMkLst>
          <pc:docMk/>
          <pc:sldMk cId="0" sldId="261"/>
        </pc:sldMkLst>
      </pc:sldChg>
      <pc:sldChg chg="del">
        <pc:chgData name="Rofiat Muhammad" userId="dc290707746958cf" providerId="LiveId" clId="{90209DFF-2DD7-40EF-A77C-FFBC5ACCE5E7}" dt="2025-11-28T16:35:13.325" v="3441" actId="2696"/>
        <pc:sldMkLst>
          <pc:docMk/>
          <pc:sldMk cId="0" sldId="262"/>
        </pc:sldMkLst>
      </pc:sldChg>
      <pc:sldChg chg="del">
        <pc:chgData name="Rofiat Muhammad" userId="dc290707746958cf" providerId="LiveId" clId="{90209DFF-2DD7-40EF-A77C-FFBC5ACCE5E7}" dt="2025-11-28T16:26:43.714" v="3349" actId="2696"/>
        <pc:sldMkLst>
          <pc:docMk/>
          <pc:sldMk cId="2143040360" sldId="267"/>
        </pc:sldMkLst>
      </pc:sldChg>
      <pc:sldChg chg="del">
        <pc:chgData name="Rofiat Muhammad" userId="dc290707746958cf" providerId="LiveId" clId="{90209DFF-2DD7-40EF-A77C-FFBC5ACCE5E7}" dt="2025-11-28T16:25:57.887" v="3347" actId="2696"/>
        <pc:sldMkLst>
          <pc:docMk/>
          <pc:sldMk cId="0" sldId="269"/>
        </pc:sldMkLst>
      </pc:sldChg>
      <pc:sldChg chg="addSp delSp modSp mod ord">
        <pc:chgData name="Rofiat Muhammad" userId="dc290707746958cf" providerId="LiveId" clId="{90209DFF-2DD7-40EF-A77C-FFBC5ACCE5E7}" dt="2025-11-28T17:59:08.872" v="6285" actId="20577"/>
        <pc:sldMkLst>
          <pc:docMk/>
          <pc:sldMk cId="2968523966" sldId="270"/>
        </pc:sldMkLst>
        <pc:spChg chg="del mod">
          <ac:chgData name="Rofiat Muhammad" userId="dc290707746958cf" providerId="LiveId" clId="{90209DFF-2DD7-40EF-A77C-FFBC5ACCE5E7}" dt="2025-11-28T16:44:00.264" v="3510" actId="478"/>
          <ac:spMkLst>
            <pc:docMk/>
            <pc:sldMk cId="2968523966" sldId="270"/>
            <ac:spMk id="3" creationId="{6E76DEE3-1FB8-B1C2-245B-5CB8FF98CDF8}"/>
          </ac:spMkLst>
        </pc:spChg>
        <pc:spChg chg="del">
          <ac:chgData name="Rofiat Muhammad" userId="dc290707746958cf" providerId="LiveId" clId="{90209DFF-2DD7-40EF-A77C-FFBC5ACCE5E7}" dt="2025-11-28T16:42:58.713" v="3498" actId="478"/>
          <ac:spMkLst>
            <pc:docMk/>
            <pc:sldMk cId="2968523966" sldId="270"/>
            <ac:spMk id="4" creationId="{91ACE2FA-EC67-25A5-525D-3F885C18B7A3}"/>
          </ac:spMkLst>
        </pc:spChg>
        <pc:spChg chg="del mod">
          <ac:chgData name="Rofiat Muhammad" userId="dc290707746958cf" providerId="LiveId" clId="{90209DFF-2DD7-40EF-A77C-FFBC5ACCE5E7}" dt="2025-11-28T16:43:02.858" v="3500" actId="478"/>
          <ac:spMkLst>
            <pc:docMk/>
            <pc:sldMk cId="2968523966" sldId="270"/>
            <ac:spMk id="5" creationId="{6CFAC5B3-10B3-7600-57A4-E478D14891A6}"/>
          </ac:spMkLst>
        </pc:spChg>
        <pc:spChg chg="del mod">
          <ac:chgData name="Rofiat Muhammad" userId="dc290707746958cf" providerId="LiveId" clId="{90209DFF-2DD7-40EF-A77C-FFBC5ACCE5E7}" dt="2025-11-28T16:43:08.074" v="3503" actId="478"/>
          <ac:spMkLst>
            <pc:docMk/>
            <pc:sldMk cId="2968523966" sldId="270"/>
            <ac:spMk id="6" creationId="{789FD2A0-2EFB-52C2-6D11-83B8ED333014}"/>
          </ac:spMkLst>
        </pc:spChg>
        <pc:spChg chg="add mod">
          <ac:chgData name="Rofiat Muhammad" userId="dc290707746958cf" providerId="LiveId" clId="{90209DFF-2DD7-40EF-A77C-FFBC5ACCE5E7}" dt="2025-11-28T17:00:16.882" v="4262" actId="20577"/>
          <ac:spMkLst>
            <pc:docMk/>
            <pc:sldMk cId="2968523966" sldId="270"/>
            <ac:spMk id="9" creationId="{4BB0A00E-F2EB-B79E-9540-6433B81268B5}"/>
          </ac:spMkLst>
        </pc:spChg>
        <pc:spChg chg="del">
          <ac:chgData name="Rofiat Muhammad" userId="dc290707746958cf" providerId="LiveId" clId="{90209DFF-2DD7-40EF-A77C-FFBC5ACCE5E7}" dt="2025-11-28T16:43:04.997" v="3501" actId="478"/>
          <ac:spMkLst>
            <pc:docMk/>
            <pc:sldMk cId="2968523966" sldId="270"/>
            <ac:spMk id="10" creationId="{567AC176-6BF9-9770-39EF-FCE1A8C915A4}"/>
          </ac:spMkLst>
        </pc:spChg>
        <pc:spChg chg="add mod">
          <ac:chgData name="Rofiat Muhammad" userId="dc290707746958cf" providerId="LiveId" clId="{90209DFF-2DD7-40EF-A77C-FFBC5ACCE5E7}" dt="2025-11-28T17:24:01.433" v="5157" actId="1076"/>
          <ac:spMkLst>
            <pc:docMk/>
            <pc:sldMk cId="2968523966" sldId="270"/>
            <ac:spMk id="11" creationId="{390BF558-EC52-0800-7EBB-EDD34CF9E044}"/>
          </ac:spMkLst>
        </pc:spChg>
        <pc:spChg chg="add mod ord">
          <ac:chgData name="Rofiat Muhammad" userId="dc290707746958cf" providerId="LiveId" clId="{90209DFF-2DD7-40EF-A77C-FFBC5ACCE5E7}" dt="2025-11-28T17:23:40.562" v="5155" actId="14100"/>
          <ac:spMkLst>
            <pc:docMk/>
            <pc:sldMk cId="2968523966" sldId="270"/>
            <ac:spMk id="12" creationId="{07431D1C-4EE0-CA7E-22CD-787405D72A6E}"/>
          </ac:spMkLst>
        </pc:spChg>
        <pc:spChg chg="add mod">
          <ac:chgData name="Rofiat Muhammad" userId="dc290707746958cf" providerId="LiveId" clId="{90209DFF-2DD7-40EF-A77C-FFBC5ACCE5E7}" dt="2025-11-28T17:59:08.872" v="6285" actId="20577"/>
          <ac:spMkLst>
            <pc:docMk/>
            <pc:sldMk cId="2968523966" sldId="270"/>
            <ac:spMk id="14" creationId="{41D372DA-B1A5-71DF-6277-95063890A6D9}"/>
          </ac:spMkLst>
        </pc:spChg>
        <pc:picChg chg="del">
          <ac:chgData name="Rofiat Muhammad" userId="dc290707746958cf" providerId="LiveId" clId="{90209DFF-2DD7-40EF-A77C-FFBC5ACCE5E7}" dt="2025-11-28T16:41:04.642" v="3462" actId="478"/>
          <ac:picMkLst>
            <pc:docMk/>
            <pc:sldMk cId="2968523966" sldId="270"/>
            <ac:picMk id="2" creationId="{35FF8540-6A69-921B-814A-C53DCA471D5A}"/>
          </ac:picMkLst>
        </pc:picChg>
        <pc:picChg chg="add mod">
          <ac:chgData name="Rofiat Muhammad" userId="dc290707746958cf" providerId="LiveId" clId="{90209DFF-2DD7-40EF-A77C-FFBC5ACCE5E7}" dt="2025-11-28T17:23:13.073" v="5152" actId="1076"/>
          <ac:picMkLst>
            <pc:docMk/>
            <pc:sldMk cId="2968523966" sldId="270"/>
            <ac:picMk id="8" creationId="{C2B51E6F-03D7-FE2B-6DCE-D36AA0EBA9A6}"/>
          </ac:picMkLst>
        </pc:picChg>
      </pc:sldChg>
      <pc:sldChg chg="addSp delSp modSp mod">
        <pc:chgData name="Rofiat Muhammad" userId="dc290707746958cf" providerId="LiveId" clId="{90209DFF-2DD7-40EF-A77C-FFBC5ACCE5E7}" dt="2025-11-28T16:28:28.241" v="3438" actId="1038"/>
        <pc:sldMkLst>
          <pc:docMk/>
          <pc:sldMk cId="0" sldId="271"/>
        </pc:sldMkLst>
        <pc:spChg chg="mod">
          <ac:chgData name="Rofiat Muhammad" userId="dc290707746958cf" providerId="LiveId" clId="{90209DFF-2DD7-40EF-A77C-FFBC5ACCE5E7}" dt="2025-11-28T16:28:03.274" v="3430" actId="1076"/>
          <ac:spMkLst>
            <pc:docMk/>
            <pc:sldMk cId="0" sldId="271"/>
            <ac:spMk id="3" creationId="{00000000-0000-0000-0000-000000000000}"/>
          </ac:spMkLst>
        </pc:spChg>
        <pc:spChg chg="del">
          <ac:chgData name="Rofiat Muhammad" userId="dc290707746958cf" providerId="LiveId" clId="{90209DFF-2DD7-40EF-A77C-FFBC5ACCE5E7}" dt="2025-11-28T16:26:52.985" v="3351" actId="478"/>
          <ac:spMkLst>
            <pc:docMk/>
            <pc:sldMk cId="0" sldId="271"/>
            <ac:spMk id="4" creationId="{00000000-0000-0000-0000-000000000000}"/>
          </ac:spMkLst>
        </pc:spChg>
        <pc:spChg chg="mod">
          <ac:chgData name="Rofiat Muhammad" userId="dc290707746958cf" providerId="LiveId" clId="{90209DFF-2DD7-40EF-A77C-FFBC5ACCE5E7}" dt="2025-11-28T16:28:28.241" v="3438" actId="1038"/>
          <ac:spMkLst>
            <pc:docMk/>
            <pc:sldMk cId="0" sldId="271"/>
            <ac:spMk id="5" creationId="{00000000-0000-0000-0000-000000000000}"/>
          </ac:spMkLst>
        </pc:spChg>
        <pc:spChg chg="add mod">
          <ac:chgData name="Rofiat Muhammad" userId="dc290707746958cf" providerId="LiveId" clId="{90209DFF-2DD7-40EF-A77C-FFBC5ACCE5E7}" dt="2025-11-28T16:27:01.813" v="3352"/>
          <ac:spMkLst>
            <pc:docMk/>
            <pc:sldMk cId="0" sldId="271"/>
            <ac:spMk id="6" creationId="{15579E4E-9B46-A226-657B-0B2373747F61}"/>
          </ac:spMkLst>
        </pc:spChg>
        <pc:picChg chg="del">
          <ac:chgData name="Rofiat Muhammad" userId="dc290707746958cf" providerId="LiveId" clId="{90209DFF-2DD7-40EF-A77C-FFBC5ACCE5E7}" dt="2025-11-28T16:26:48.732" v="3350" actId="478"/>
          <ac:picMkLst>
            <pc:docMk/>
            <pc:sldMk cId="0" sldId="271"/>
            <ac:picMk id="2" creationId="{00000000-0000-0000-0000-000000000000}"/>
          </ac:picMkLst>
        </pc:picChg>
      </pc:sldChg>
      <pc:sldChg chg="modSp add mod">
        <pc:chgData name="Rofiat Muhammad" userId="dc290707746958cf" providerId="LiveId" clId="{90209DFF-2DD7-40EF-A77C-FFBC5ACCE5E7}" dt="2025-11-28T16:22:09.318" v="3340" actId="20577"/>
        <pc:sldMkLst>
          <pc:docMk/>
          <pc:sldMk cId="4057500508" sldId="272"/>
        </pc:sldMkLst>
        <pc:spChg chg="mod">
          <ac:chgData name="Rofiat Muhammad" userId="dc290707746958cf" providerId="LiveId" clId="{90209DFF-2DD7-40EF-A77C-FFBC5ACCE5E7}" dt="2025-11-28T16:10:04.677" v="3062" actId="20577"/>
          <ac:spMkLst>
            <pc:docMk/>
            <pc:sldMk cId="4057500508" sldId="272"/>
            <ac:spMk id="3" creationId="{937135FC-B3AC-DF66-B77A-E44F5080C49E}"/>
          </ac:spMkLst>
        </pc:spChg>
        <pc:spChg chg="mod">
          <ac:chgData name="Rofiat Muhammad" userId="dc290707746958cf" providerId="LiveId" clId="{90209DFF-2DD7-40EF-A77C-FFBC5ACCE5E7}" dt="2025-11-28T16:22:09.318" v="3340" actId="20577"/>
          <ac:spMkLst>
            <pc:docMk/>
            <pc:sldMk cId="4057500508" sldId="272"/>
            <ac:spMk id="4" creationId="{46DCCF88-0BC5-FE23-AEEE-29E8D0A09727}"/>
          </ac:spMkLst>
        </pc:spChg>
        <pc:spChg chg="mod">
          <ac:chgData name="Rofiat Muhammad" userId="dc290707746958cf" providerId="LiveId" clId="{90209DFF-2DD7-40EF-A77C-FFBC5ACCE5E7}" dt="2025-11-28T16:11:59.623" v="3072"/>
          <ac:spMkLst>
            <pc:docMk/>
            <pc:sldMk cId="4057500508" sldId="272"/>
            <ac:spMk id="15" creationId="{C6CC3D2D-A947-092A-E073-802E5F2994C9}"/>
          </ac:spMkLst>
        </pc:spChg>
      </pc:sldChg>
      <pc:sldChg chg="delSp modSp add mod ord">
        <pc:chgData name="Rofiat Muhammad" userId="dc290707746958cf" providerId="LiveId" clId="{90209DFF-2DD7-40EF-A77C-FFBC5ACCE5E7}" dt="2025-11-28T17:02:58.449" v="4380" actId="20577"/>
        <pc:sldMkLst>
          <pc:docMk/>
          <pc:sldMk cId="2732992773" sldId="273"/>
        </pc:sldMkLst>
        <pc:spChg chg="mod">
          <ac:chgData name="Rofiat Muhammad" userId="dc290707746958cf" providerId="LiveId" clId="{90209DFF-2DD7-40EF-A77C-FFBC5ACCE5E7}" dt="2025-11-28T16:49:05.637" v="3625" actId="20577"/>
          <ac:spMkLst>
            <pc:docMk/>
            <pc:sldMk cId="2732992773" sldId="273"/>
            <ac:spMk id="3" creationId="{8E474FA9-11D6-103F-3068-3D92A5B27B14}"/>
          </ac:spMkLst>
        </pc:spChg>
        <pc:spChg chg="del">
          <ac:chgData name="Rofiat Muhammad" userId="dc290707746958cf" providerId="LiveId" clId="{90209DFF-2DD7-40EF-A77C-FFBC5ACCE5E7}" dt="2025-11-28T16:57:53.497" v="4073" actId="478"/>
          <ac:spMkLst>
            <pc:docMk/>
            <pc:sldMk cId="2732992773" sldId="273"/>
            <ac:spMk id="4" creationId="{9290F2D5-78D9-825A-51F1-A6085FFEEF9D}"/>
          </ac:spMkLst>
        </pc:spChg>
        <pc:spChg chg="del">
          <ac:chgData name="Rofiat Muhammad" userId="dc290707746958cf" providerId="LiveId" clId="{90209DFF-2DD7-40EF-A77C-FFBC5ACCE5E7}" dt="2025-11-28T16:56:04.027" v="3992" actId="478"/>
          <ac:spMkLst>
            <pc:docMk/>
            <pc:sldMk cId="2732992773" sldId="273"/>
            <ac:spMk id="5" creationId="{F3361235-13FA-0933-ABFF-A97E2B1A5A83}"/>
          </ac:spMkLst>
        </pc:spChg>
        <pc:spChg chg="mod">
          <ac:chgData name="Rofiat Muhammad" userId="dc290707746958cf" providerId="LiveId" clId="{90209DFF-2DD7-40EF-A77C-FFBC5ACCE5E7}" dt="2025-11-28T17:02:58.449" v="4380" actId="20577"/>
          <ac:spMkLst>
            <pc:docMk/>
            <pc:sldMk cId="2732992773" sldId="273"/>
            <ac:spMk id="15" creationId="{C1AA25CD-2432-3D4C-FE4B-81343CC94176}"/>
          </ac:spMkLst>
        </pc:spChg>
      </pc:sldChg>
      <pc:sldChg chg="delSp modSp add mod">
        <pc:chgData name="Rofiat Muhammad" userId="dc290707746958cf" providerId="LiveId" clId="{90209DFF-2DD7-40EF-A77C-FFBC5ACCE5E7}" dt="2025-11-28T17:21:33.192" v="5116" actId="20577"/>
        <pc:sldMkLst>
          <pc:docMk/>
          <pc:sldMk cId="3851628643" sldId="274"/>
        </pc:sldMkLst>
        <pc:spChg chg="mod">
          <ac:chgData name="Rofiat Muhammad" userId="dc290707746958cf" providerId="LiveId" clId="{90209DFF-2DD7-40EF-A77C-FFBC5ACCE5E7}" dt="2025-11-28T17:03:59.240" v="4411" actId="20577"/>
          <ac:spMkLst>
            <pc:docMk/>
            <pc:sldMk cId="3851628643" sldId="274"/>
            <ac:spMk id="3" creationId="{A3012B43-F0F6-C3DE-AE60-B2F16BC345CF}"/>
          </ac:spMkLst>
        </pc:spChg>
        <pc:spChg chg="mod">
          <ac:chgData name="Rofiat Muhammad" userId="dc290707746958cf" providerId="LiveId" clId="{90209DFF-2DD7-40EF-A77C-FFBC5ACCE5E7}" dt="2025-11-28T17:21:33.192" v="5116" actId="20577"/>
          <ac:spMkLst>
            <pc:docMk/>
            <pc:sldMk cId="3851628643" sldId="274"/>
            <ac:spMk id="4" creationId="{E9B6A430-49C9-7941-D04F-12966FD324AD}"/>
          </ac:spMkLst>
        </pc:spChg>
        <pc:spChg chg="del mod">
          <ac:chgData name="Rofiat Muhammad" userId="dc290707746958cf" providerId="LiveId" clId="{90209DFF-2DD7-40EF-A77C-FFBC5ACCE5E7}" dt="2025-11-28T17:21:03.670" v="5107" actId="478"/>
          <ac:spMkLst>
            <pc:docMk/>
            <pc:sldMk cId="3851628643" sldId="274"/>
            <ac:spMk id="5" creationId="{749A0FF5-AC3C-92C9-DCDD-679F2249ACC5}"/>
          </ac:spMkLst>
        </pc:spChg>
        <pc:spChg chg="del mod">
          <ac:chgData name="Rofiat Muhammad" userId="dc290707746958cf" providerId="LiveId" clId="{90209DFF-2DD7-40EF-A77C-FFBC5ACCE5E7}" dt="2025-11-28T17:21:00.700" v="5106" actId="478"/>
          <ac:spMkLst>
            <pc:docMk/>
            <pc:sldMk cId="3851628643" sldId="274"/>
            <ac:spMk id="15" creationId="{5B3FAD8A-0A00-9E93-CD70-1E42383E6A1A}"/>
          </ac:spMkLst>
        </pc:spChg>
      </pc:sldChg>
      <pc:sldChg chg="addSp modSp new mod">
        <pc:chgData name="Rofiat Muhammad" userId="dc290707746958cf" providerId="LiveId" clId="{90209DFF-2DD7-40EF-A77C-FFBC5ACCE5E7}" dt="2025-11-28T17:55:39.828" v="6049" actId="1076"/>
        <pc:sldMkLst>
          <pc:docMk/>
          <pc:sldMk cId="850713221" sldId="275"/>
        </pc:sldMkLst>
        <pc:spChg chg="add mod">
          <ac:chgData name="Rofiat Muhammad" userId="dc290707746958cf" providerId="LiveId" clId="{90209DFF-2DD7-40EF-A77C-FFBC5ACCE5E7}" dt="2025-11-28T17:52:11.608" v="5959"/>
          <ac:spMkLst>
            <pc:docMk/>
            <pc:sldMk cId="850713221" sldId="275"/>
            <ac:spMk id="4" creationId="{A86CCD9B-1808-6913-3BF0-772AD0C2BABC}"/>
          </ac:spMkLst>
        </pc:spChg>
        <pc:spChg chg="add mod">
          <ac:chgData name="Rofiat Muhammad" userId="dc290707746958cf" providerId="LiveId" clId="{90209DFF-2DD7-40EF-A77C-FFBC5ACCE5E7}" dt="2025-11-28T17:55:39.828" v="6049" actId="1076"/>
          <ac:spMkLst>
            <pc:docMk/>
            <pc:sldMk cId="850713221" sldId="275"/>
            <ac:spMk id="5" creationId="{EC73E27D-D344-DD97-B048-8FEDDAFCFC8E}"/>
          </ac:spMkLst>
        </pc:spChg>
        <pc:picChg chg="add mod">
          <ac:chgData name="Rofiat Muhammad" userId="dc290707746958cf" providerId="LiveId" clId="{90209DFF-2DD7-40EF-A77C-FFBC5ACCE5E7}" dt="2025-11-28T17:53:29.663" v="5967" actId="1076"/>
          <ac:picMkLst>
            <pc:docMk/>
            <pc:sldMk cId="850713221" sldId="275"/>
            <ac:picMk id="3" creationId="{37BAFC00-C9DA-F6EB-C76B-3CEDCF562FC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19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7BCF6-2108-FB8E-875F-F5DB9862D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1F611-130B-9B5D-B5F5-968C586AB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EE52E-EF2C-75AB-58E0-746F76CF4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76687-C271-68D8-95C1-5625839DA5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52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C9F8F-26FE-FEF7-810F-97DF2216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0C447-4DE3-D255-0CC1-0C5888D3E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D6435-60F3-A76C-6322-7DCD4D021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16785-EA62-4896-AF42-697B38251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58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ABA2C-6A32-7585-A8C2-1D30BD0C4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E263B-D136-24B1-335A-5801F1814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03F1F-B9CB-8DB5-BEF9-56C06C1F0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AE58D-531E-0E3E-B783-C8F73ED07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5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EF9A-E334-553B-322E-4AC4BF466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31F95-3C52-F804-C47D-CB1C0F2E9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A764B-F596-D4BF-D803-B2800A210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8B3CA-DB33-69FA-4F45-00710D273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40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78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81553" y="1429097"/>
            <a:ext cx="10667293" cy="91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50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Missing Context Dataset Analysis</a:t>
            </a:r>
          </a:p>
          <a:p>
            <a:pPr marL="0" indent="0">
              <a:lnSpc>
                <a:spcPts val="5500"/>
              </a:lnSpc>
              <a:buNone/>
            </a:pPr>
            <a:endParaRPr lang="en-US" sz="5000" dirty="0">
              <a:latin typeface="Raleway ExtraBold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169515" y="3100954"/>
            <a:ext cx="10291367" cy="58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i="1" dirty="0">
                <a:solidFill>
                  <a:srgbClr val="404040"/>
                </a:solidFill>
                <a:effectLst/>
                <a:latin typeface="Raleway SemiBold" pitchFamily="2" charset="0"/>
              </a:rPr>
              <a:t>An analysis of a missing context Time Series Dataset from 2018 to 2024</a:t>
            </a:r>
            <a:endParaRPr lang="en-US" sz="2400" b="1" dirty="0">
              <a:latin typeface="Raleway SemiBold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55991" y="4291126"/>
            <a:ext cx="550207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latin typeface="Raleway Medium" pitchFamily="2" charset="0"/>
              </a:rPr>
              <a:t>By Rofiat Muhammad | Data Analyst</a:t>
            </a:r>
          </a:p>
          <a:p>
            <a:pPr marL="0" indent="0" algn="ctr">
              <a:lnSpc>
                <a:spcPts val="3000"/>
              </a:lnSpc>
              <a:buNone/>
            </a:pPr>
            <a:endParaRPr lang="en-US" sz="2400" b="1" dirty="0">
              <a:latin typeface="Raleway Medium" pitchFamily="2" charset="0"/>
            </a:endParaRPr>
          </a:p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latin typeface="Raleway Medium" pitchFamily="2" charset="0"/>
              </a:rPr>
              <a:t>Date: 28</a:t>
            </a:r>
            <a:r>
              <a:rPr lang="en-US" sz="2400" b="1" baseline="30000" dirty="0">
                <a:latin typeface="Raleway Medium" pitchFamily="2" charset="0"/>
              </a:rPr>
              <a:t>th</a:t>
            </a:r>
            <a:r>
              <a:rPr lang="en-US" sz="2400" b="1" dirty="0">
                <a:latin typeface="Raleway Medium" pitchFamily="2" charset="0"/>
              </a:rPr>
              <a:t>  of November 2025.</a:t>
            </a:r>
          </a:p>
        </p:txBody>
      </p:sp>
      <p:sp>
        <p:nvSpPr>
          <p:cNvPr id="6" name="Shape 3"/>
          <p:cNvSpPr/>
          <p:nvPr/>
        </p:nvSpPr>
        <p:spPr>
          <a:xfrm>
            <a:off x="6324124" y="6193988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E88430-9B3D-6F4F-44FF-25B28C8A9A76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339963-4264-53C8-9258-449A8E9DA8BB}"/>
              </a:ext>
            </a:extLst>
          </p:cNvPr>
          <p:cNvGrpSpPr/>
          <p:nvPr/>
        </p:nvGrpSpPr>
        <p:grpSpPr>
          <a:xfrm>
            <a:off x="11214856" y="7370362"/>
            <a:ext cx="3070988" cy="505985"/>
            <a:chOff x="6262583" y="7117370"/>
            <a:chExt cx="3070988" cy="505985"/>
          </a:xfrm>
        </p:grpSpPr>
        <p:sp>
          <p:nvSpPr>
            <p:cNvPr id="8" name="Text 4"/>
            <p:cNvSpPr/>
            <p:nvPr/>
          </p:nvSpPr>
          <p:spPr>
            <a:xfrm>
              <a:off x="6812385" y="7161011"/>
              <a:ext cx="2521186" cy="3326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250"/>
                </a:lnSpc>
                <a:buNone/>
              </a:pPr>
              <a:r>
                <a:rPr lang="en-US" sz="2350" b="1" dirty="0">
                  <a:solidFill>
                    <a:srgbClr val="3B3535"/>
                  </a:solidFill>
                  <a:latin typeface="Roboto Bold" pitchFamily="34" charset="0"/>
                  <a:ea typeface="Roboto Bold" pitchFamily="34" charset="-122"/>
                  <a:cs typeface="Times New Roman" panose="02020603050405020304" pitchFamily="18" charset="0"/>
                </a:rPr>
                <a:t>Rofiat Muhammad</a:t>
              </a:r>
              <a:endParaRPr lang="en-US" sz="2350" dirty="0"/>
            </a:p>
          </p:txBody>
        </p:sp>
        <p:pic>
          <p:nvPicPr>
            <p:cNvPr id="15" name="Picture 14" descr="A blue circle with white letters on it&#10;&#10;AI-generated content may be incorrect.">
              <a:extLst>
                <a:ext uri="{FF2B5EF4-FFF2-40B4-BE49-F238E27FC236}">
                  <a16:creationId xmlns:a16="http://schemas.microsoft.com/office/drawing/2014/main" id="{BF0748B5-DD28-641F-80F6-B13D2BEB8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2583" y="7117370"/>
              <a:ext cx="505985" cy="505985"/>
            </a:xfrm>
            <a:prstGeom prst="rect">
              <a:avLst/>
            </a:prstGeom>
          </p:spPr>
        </p:pic>
      </p:grpSp>
      <p:sp>
        <p:nvSpPr>
          <p:cNvPr id="13" name="AutoShape 2" descr="Linkedin logo png, Linkedin icon transparent png 18930480 PNG">
            <a:extLst>
              <a:ext uri="{FF2B5EF4-FFF2-40B4-BE49-F238E27FC236}">
                <a16:creationId xmlns:a16="http://schemas.microsoft.com/office/drawing/2014/main" id="{E09BB6B7-8547-850F-5B22-46E8571287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878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9">
            <a:extLst>
              <a:ext uri="{FF2B5EF4-FFF2-40B4-BE49-F238E27FC236}">
                <a16:creationId xmlns:a16="http://schemas.microsoft.com/office/drawing/2014/main" id="{E9C15382-610B-100B-B2B5-99B5F66F8E16}"/>
              </a:ext>
            </a:extLst>
          </p:cNvPr>
          <p:cNvSpPr/>
          <p:nvPr/>
        </p:nvSpPr>
        <p:spPr>
          <a:xfrm>
            <a:off x="532269" y="1242856"/>
            <a:ext cx="6693813" cy="6242790"/>
          </a:xfrm>
          <a:prstGeom prst="roundRect">
            <a:avLst>
              <a:gd name="adj" fmla="val 4510"/>
            </a:avLst>
          </a:prstGeom>
          <a:solidFill>
            <a:srgbClr val="F3E9E9"/>
          </a:solidFill>
          <a:ln w="22860">
            <a:solidFill>
              <a:srgbClr val="A87884">
                <a:alpha val="98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highlight>
                <a:srgbClr val="E4CFCE"/>
              </a:highlight>
            </a:endParaRPr>
          </a:p>
        </p:txBody>
      </p:sp>
      <p:sp>
        <p:nvSpPr>
          <p:cNvPr id="3" name="Text 0"/>
          <p:cNvSpPr/>
          <p:nvPr/>
        </p:nvSpPr>
        <p:spPr>
          <a:xfrm>
            <a:off x="5182386" y="194782"/>
            <a:ext cx="4772139" cy="66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800" dirty="0"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Data Ontology</a:t>
            </a:r>
            <a:endParaRPr lang="en-US" sz="4800" dirty="0">
              <a:latin typeface="Raleway ExtraBold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0ECB1E1-B607-8EBA-2B74-000AEC1CD78F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0EA85B-EA05-BE25-EA3D-644EF9211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88" y="1555202"/>
            <a:ext cx="6487378" cy="5627530"/>
          </a:xfrm>
          <a:prstGeom prst="rect">
            <a:avLst/>
          </a:prstGeom>
        </p:spPr>
      </p:pic>
      <p:sp>
        <p:nvSpPr>
          <p:cNvPr id="9" name="Shape 9">
            <a:extLst>
              <a:ext uri="{FF2B5EF4-FFF2-40B4-BE49-F238E27FC236}">
                <a16:creationId xmlns:a16="http://schemas.microsoft.com/office/drawing/2014/main" id="{29B781AB-C4D9-9BAF-C96E-53346D66AF0D}"/>
              </a:ext>
            </a:extLst>
          </p:cNvPr>
          <p:cNvSpPr/>
          <p:nvPr/>
        </p:nvSpPr>
        <p:spPr>
          <a:xfrm>
            <a:off x="7404318" y="1242857"/>
            <a:ext cx="6693813" cy="3551274"/>
          </a:xfrm>
          <a:prstGeom prst="roundRect">
            <a:avLst>
              <a:gd name="adj" fmla="val 4510"/>
            </a:avLst>
          </a:prstGeom>
          <a:solidFill>
            <a:srgbClr val="F3E9E9"/>
          </a:solidFill>
          <a:ln w="22860">
            <a:solidFill>
              <a:srgbClr val="A87884">
                <a:alpha val="98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highlight>
                <a:srgbClr val="E4CFCE"/>
              </a:highlight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11EE410-AA97-A8B9-0F22-807D8941E388}"/>
              </a:ext>
            </a:extLst>
          </p:cNvPr>
          <p:cNvSpPr/>
          <p:nvPr/>
        </p:nvSpPr>
        <p:spPr>
          <a:xfrm>
            <a:off x="7507533" y="1331645"/>
            <a:ext cx="6487379" cy="355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5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Var1: is from 7 to 156. It is like a high magnitude activity metric.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5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Var2: from -0.7 to 0.7. 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5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Var3: from 0 to 22. It looks like it is mirroring Var1.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5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Var4: is a binary spike of 0 and 1. It might represent true or false data.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5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Var5: from 2 to 60. It is inverse to Var1 and Var3</a:t>
            </a:r>
          </a:p>
          <a:p>
            <a:pPr algn="l">
              <a:lnSpc>
                <a:spcPct val="150000"/>
              </a:lnSpc>
            </a:pPr>
            <a:endParaRPr lang="en-US" sz="2050" dirty="0">
              <a:latin typeface="Raleway Medium" pitchFamily="2" charset="0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71453EBA-D506-371B-B7E3-E13458BDF6B4}"/>
              </a:ext>
            </a:extLst>
          </p:cNvPr>
          <p:cNvSpPr/>
          <p:nvPr/>
        </p:nvSpPr>
        <p:spPr>
          <a:xfrm>
            <a:off x="7404317" y="4971707"/>
            <a:ext cx="6693813" cy="2513940"/>
          </a:xfrm>
          <a:prstGeom prst="roundRect">
            <a:avLst>
              <a:gd name="adj" fmla="val 4510"/>
            </a:avLst>
          </a:prstGeom>
          <a:solidFill>
            <a:srgbClr val="F3E9E9"/>
          </a:solidFill>
          <a:ln w="22860">
            <a:solidFill>
              <a:srgbClr val="A87884">
                <a:alpha val="98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highlight>
                <a:srgbClr val="E4CFCE"/>
              </a:highlight>
            </a:endParaRP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26253EA1-6B98-3972-F458-F53CC484A7DB}"/>
              </a:ext>
            </a:extLst>
          </p:cNvPr>
          <p:cNvSpPr/>
          <p:nvPr/>
        </p:nvSpPr>
        <p:spPr>
          <a:xfrm>
            <a:off x="7568456" y="5076806"/>
            <a:ext cx="6337340" cy="210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Var1 and Var3 (r=+0.76) are closely related 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Var1 and Var5 (r=-0.82) suggest a substitution that causes casualty.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Var1 and Var2 (r=+0.42). It shows that they are closely related.</a:t>
            </a: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98F64F20-D4E8-CFE0-8A37-35343319F787}"/>
              </a:ext>
            </a:extLst>
          </p:cNvPr>
          <p:cNvSpPr/>
          <p:nvPr/>
        </p:nvSpPr>
        <p:spPr>
          <a:xfrm>
            <a:off x="790646" y="7574434"/>
            <a:ext cx="8412989" cy="505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500" i="1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Fig. 1: Correlation chart showing the variable relationship.</a:t>
            </a:r>
            <a:endParaRPr lang="en-US" sz="2500" i="1" dirty="0">
              <a:latin typeface="Raleway Medium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BAFC00-C9DA-F6EB-C76B-3CEDCF562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074" y="152478"/>
            <a:ext cx="9571586" cy="706326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6CCD9B-1808-6913-3BF0-772AD0C2BABC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EC73E27D-D344-DD97-B048-8FEDDAFCFC8E}"/>
              </a:ext>
            </a:extLst>
          </p:cNvPr>
          <p:cNvSpPr/>
          <p:nvPr/>
        </p:nvSpPr>
        <p:spPr>
          <a:xfrm>
            <a:off x="2733260" y="7371795"/>
            <a:ext cx="9163879" cy="505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500" i="1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Fig 2: Chart showing the  possible pattern in the Data</a:t>
            </a:r>
            <a:endParaRPr lang="en-US" sz="2500" i="1" dirty="0">
              <a:latin typeface="Raleway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713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1282" y="418691"/>
            <a:ext cx="780783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spcBef>
                <a:spcPts val="1372"/>
              </a:spcBef>
              <a:spcAft>
                <a:spcPts val="1029"/>
              </a:spcAft>
            </a:pPr>
            <a:r>
              <a:rPr lang="en-US" sz="4400" b="1" i="0" dirty="0">
                <a:effectLst/>
                <a:latin typeface="Raleway ExtraBold" pitchFamily="2" charset="0"/>
              </a:rPr>
              <a:t>The Anomalies and Hypotheses</a:t>
            </a:r>
            <a:endParaRPr lang="en-US" sz="4400" b="0" i="0" dirty="0">
              <a:effectLst/>
              <a:latin typeface="Raleway ExtraBold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D23014E-FF03-8557-C83A-9B7D4CB1F056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4225991-9B24-04D7-334E-9F2E6D130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528395"/>
              </p:ext>
            </p:extLst>
          </p:nvPr>
        </p:nvGraphicFramePr>
        <p:xfrm>
          <a:off x="775250" y="1419226"/>
          <a:ext cx="13079898" cy="594406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82023">
                  <a:extLst>
                    <a:ext uri="{9D8B030D-6E8A-4147-A177-3AD203B41FA5}">
                      <a16:colId xmlns:a16="http://schemas.microsoft.com/office/drawing/2014/main" val="1551523702"/>
                    </a:ext>
                  </a:extLst>
                </a:gridCol>
                <a:gridCol w="2189094">
                  <a:extLst>
                    <a:ext uri="{9D8B030D-6E8A-4147-A177-3AD203B41FA5}">
                      <a16:colId xmlns:a16="http://schemas.microsoft.com/office/drawing/2014/main" val="2773556045"/>
                    </a:ext>
                  </a:extLst>
                </a:gridCol>
                <a:gridCol w="4981304">
                  <a:extLst>
                    <a:ext uri="{9D8B030D-6E8A-4147-A177-3AD203B41FA5}">
                      <a16:colId xmlns:a16="http://schemas.microsoft.com/office/drawing/2014/main" val="993696853"/>
                    </a:ext>
                  </a:extLst>
                </a:gridCol>
                <a:gridCol w="4127477">
                  <a:extLst>
                    <a:ext uri="{9D8B030D-6E8A-4147-A177-3AD203B41FA5}">
                      <a16:colId xmlns:a16="http://schemas.microsoft.com/office/drawing/2014/main" val="3091298066"/>
                    </a:ext>
                  </a:extLst>
                </a:gridCol>
              </a:tblGrid>
              <a:tr h="698937">
                <a:tc>
                  <a:txBody>
                    <a:bodyPr/>
                    <a:lstStyle/>
                    <a:p>
                      <a:r>
                        <a:rPr lang="en-US" sz="2800" dirty="0"/>
                        <a:t>Anomaly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Key Change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Top Hypothesis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8711241"/>
                  </a:ext>
                </a:extLst>
              </a:tr>
              <a:tr h="1723404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  <a:p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Aug 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Var3 drops sharply from 16.2 to 10, with Var1 from 136 </a:t>
                      </a:r>
                      <a:r>
                        <a:rPr lang="en-US" sz="2800"/>
                        <a:t>to 82 while </a:t>
                      </a:r>
                      <a:r>
                        <a:rPr lang="en-US" sz="2800" dirty="0"/>
                        <a:t>others were stable.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Economic: Local shock (Trade war between China and Us)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08712"/>
                  </a:ext>
                </a:extLst>
              </a:tr>
              <a:tr h="1724348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March 2020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Var3 and Var1 crashed from 15 to 3 and 120 to 20, respectively, unlike Var5, which went from 37 to 45.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Economic: Global lockdowns (Businesses were forced to stop)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208703"/>
                  </a:ext>
                </a:extLst>
              </a:tr>
              <a:tr h="1723404">
                <a:tc>
                  <a:txBody>
                    <a:bodyPr/>
                    <a:lstStyle/>
                    <a:p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May 2021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Var3 from 5 to 15.9 and Var1 from 14 to 137, while Var5 drop from 54 to 25.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Economic: Reopening of businesses and activities.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61379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00329" y="537034"/>
            <a:ext cx="4338194" cy="69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Primary Narrative</a:t>
            </a:r>
            <a:endParaRPr lang="en-US" sz="4400" dirty="0">
              <a:latin typeface="Raleway ExtraBold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665035" y="1147522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665034" y="1627824"/>
            <a:ext cx="11300331" cy="324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Var1: Daily Foot traffic in a commercial District.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Var2: Investors’ or Business Owners’ confidence level.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Var3: Small business and startup sales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Var4: Trade restriction.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Var5: Home internet usage and Remote work logins.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Raleway Medium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BF8F72-62BC-3DB5-F16D-A90004401D7D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5DD5B9C6-65C2-F318-2AE6-BE702F301BBA}"/>
              </a:ext>
            </a:extLst>
          </p:cNvPr>
          <p:cNvSpPr/>
          <p:nvPr/>
        </p:nvSpPr>
        <p:spPr>
          <a:xfrm>
            <a:off x="1665035" y="5118102"/>
            <a:ext cx="11300331" cy="185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August 2019: The trade war affected small business activities.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March 2020: The disease breakout halted all physical activities, including businesses.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May 2021: Recovery phase, activities are gradually returning.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Raleway Medium" pitchFamily="2" charset="0"/>
            </a:endParaRP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36D142DD-9945-A15F-CEB5-B5B485CEACFB}"/>
              </a:ext>
            </a:extLst>
          </p:cNvPr>
          <p:cNvSpPr/>
          <p:nvPr/>
        </p:nvSpPr>
        <p:spPr>
          <a:xfrm>
            <a:off x="1665035" y="4753682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771C-5DA3-3031-721F-8CC2CBB4B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37135FC-B3AC-DF66-B77A-E44F5080C49E}"/>
              </a:ext>
            </a:extLst>
          </p:cNvPr>
          <p:cNvSpPr/>
          <p:nvPr/>
        </p:nvSpPr>
        <p:spPr>
          <a:xfrm>
            <a:off x="5000329" y="537034"/>
            <a:ext cx="4338194" cy="69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Counter Narrative</a:t>
            </a:r>
            <a:endParaRPr lang="en-US" sz="4400" dirty="0">
              <a:latin typeface="Raleway ExtraBold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C3C830-A846-1457-8A8B-43F2942CE242}"/>
              </a:ext>
            </a:extLst>
          </p:cNvPr>
          <p:cNvSpPr/>
          <p:nvPr/>
        </p:nvSpPr>
        <p:spPr>
          <a:xfrm>
            <a:off x="1665035" y="1147522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6CC3D2D-A947-092A-E073-802E5F2994C9}"/>
              </a:ext>
            </a:extLst>
          </p:cNvPr>
          <p:cNvSpPr/>
          <p:nvPr/>
        </p:nvSpPr>
        <p:spPr>
          <a:xfrm>
            <a:off x="1665034" y="1627824"/>
            <a:ext cx="11300331" cy="324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Var1: Simulated vehicle traffic.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Var2: System health score.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Var3: NPC (non-player character) interactions.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Var4: Scheduled maintenance triggers.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Var5: Human-controlled agents.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Raleway Medium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D2C6A8-4A32-C450-DDAC-F775C334AED9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46DCCF88-0BC5-FE23-AEEE-29E8D0A09727}"/>
              </a:ext>
            </a:extLst>
          </p:cNvPr>
          <p:cNvSpPr/>
          <p:nvPr/>
        </p:nvSpPr>
        <p:spPr>
          <a:xfrm>
            <a:off x="1665035" y="5118102"/>
            <a:ext cx="11300331" cy="185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August 2019: A simulation Bug or rule update reduces NPC activity.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March 2020: Developer intentionally activated a stress test scenario that halted the simulated activity.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May 2021: The fixes after the stress test re-enabled simulated activities.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Raleway Medium" pitchFamily="2" charset="0"/>
            </a:endParaRP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A0179636-25BE-E664-0F5B-65E05BF6E6A2}"/>
              </a:ext>
            </a:extLst>
          </p:cNvPr>
          <p:cNvSpPr/>
          <p:nvPr/>
        </p:nvSpPr>
        <p:spPr>
          <a:xfrm>
            <a:off x="1665035" y="4753682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50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A9831-0F4F-2ABE-FB40-5B610EAD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E474FA9-11D6-103F-3068-3D92A5B27B14}"/>
              </a:ext>
            </a:extLst>
          </p:cNvPr>
          <p:cNvSpPr/>
          <p:nvPr/>
        </p:nvSpPr>
        <p:spPr>
          <a:xfrm>
            <a:off x="5000329" y="537034"/>
            <a:ext cx="4338194" cy="69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Reflection on Epistemic Uncertainty  </a:t>
            </a:r>
            <a:endParaRPr lang="en-US" sz="4400" dirty="0">
              <a:latin typeface="Raleway ExtraBold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F25C964-DDEC-F544-B040-5F44A0D3F8DD}"/>
              </a:ext>
            </a:extLst>
          </p:cNvPr>
          <p:cNvSpPr/>
          <p:nvPr/>
        </p:nvSpPr>
        <p:spPr>
          <a:xfrm>
            <a:off x="1665035" y="1147522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1AA25CD-2432-3D4C-FE4B-81343CC94176}"/>
              </a:ext>
            </a:extLst>
          </p:cNvPr>
          <p:cNvSpPr/>
          <p:nvPr/>
        </p:nvSpPr>
        <p:spPr>
          <a:xfrm>
            <a:off x="1665034" y="1627824"/>
            <a:ext cx="11300331" cy="324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My narration will be false if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The daily data that I assumed to be from a different system is from the same system.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Assumed daily human data is from a natural system.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External information says there was no global crisis in 2020.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Var4 is proven to be a random noise that was not recorded from any event.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Var5 is revealed to be the temperature measured in Celsius.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Raleway Medium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C21304-DCBF-FE2D-CD7E-B5C6EAE9ADC8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9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111B9-E765-D0EC-897E-95A64A48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9">
            <a:extLst>
              <a:ext uri="{FF2B5EF4-FFF2-40B4-BE49-F238E27FC236}">
                <a16:creationId xmlns:a16="http://schemas.microsoft.com/office/drawing/2014/main" id="{07431D1C-4EE0-CA7E-22CD-787405D72A6E}"/>
              </a:ext>
            </a:extLst>
          </p:cNvPr>
          <p:cNvSpPr/>
          <p:nvPr/>
        </p:nvSpPr>
        <p:spPr>
          <a:xfrm>
            <a:off x="9421780" y="2286001"/>
            <a:ext cx="4592394" cy="4035286"/>
          </a:xfrm>
          <a:prstGeom prst="roundRect">
            <a:avLst>
              <a:gd name="adj" fmla="val 4510"/>
            </a:avLst>
          </a:prstGeom>
          <a:solidFill>
            <a:srgbClr val="F3E9E9"/>
          </a:solidFill>
          <a:ln w="22860">
            <a:solidFill>
              <a:srgbClr val="A87884">
                <a:alpha val="98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highlight>
                <a:srgbClr val="E4CFCE"/>
              </a:highlight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5182A9-637A-5D47-9F61-4AF8D72DB55D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B51E6F-03D7-FE2B-6DCE-D36AA0EBA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81" y="1289734"/>
            <a:ext cx="9082842" cy="6027820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4BB0A00E-F2EB-B79E-9540-6433B81268B5}"/>
              </a:ext>
            </a:extLst>
          </p:cNvPr>
          <p:cNvSpPr/>
          <p:nvPr/>
        </p:nvSpPr>
        <p:spPr>
          <a:xfrm>
            <a:off x="5000329" y="338866"/>
            <a:ext cx="4338194" cy="69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Quantifying my Epistemic Uncertainty  </a:t>
            </a:r>
            <a:endParaRPr lang="en-US" sz="4400" dirty="0">
              <a:latin typeface="Raleway ExtraBold" pitchFamily="2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390BF558-EC52-0800-7EBB-EDD34CF9E044}"/>
              </a:ext>
            </a:extLst>
          </p:cNvPr>
          <p:cNvSpPr/>
          <p:nvPr/>
        </p:nvSpPr>
        <p:spPr>
          <a:xfrm>
            <a:off x="9769907" y="2653748"/>
            <a:ext cx="3896139" cy="3299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Var1 falls sharply from 100 to 20.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Var3 shows a similar collapse from 15 to 5.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Var5 rises from 30 to 45.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Raleway Medium" pitchFamily="2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1D372DA-B1A5-71DF-6277-95063890A6D9}"/>
              </a:ext>
            </a:extLst>
          </p:cNvPr>
          <p:cNvSpPr/>
          <p:nvPr/>
        </p:nvSpPr>
        <p:spPr>
          <a:xfrm>
            <a:off x="418389" y="7317554"/>
            <a:ext cx="9163879" cy="505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500" i="1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Fig. 3: Chart showing when the anomalies happened</a:t>
            </a:r>
            <a:endParaRPr lang="en-US" sz="2500" i="1" dirty="0">
              <a:latin typeface="Raleway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523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480B1-FBB1-09B0-D9AC-F1BB6243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3012B43-F0F6-C3DE-AE60-B2F16BC345CF}"/>
              </a:ext>
            </a:extLst>
          </p:cNvPr>
          <p:cNvSpPr/>
          <p:nvPr/>
        </p:nvSpPr>
        <p:spPr>
          <a:xfrm>
            <a:off x="5000329" y="537034"/>
            <a:ext cx="4338194" cy="69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Key Insight and Findings</a:t>
            </a:r>
            <a:endParaRPr lang="en-US" sz="4400" dirty="0">
              <a:latin typeface="Raleway ExtraBold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B610386-7D7F-0704-9559-5AF9172F667A}"/>
              </a:ext>
            </a:extLst>
          </p:cNvPr>
          <p:cNvSpPr/>
          <p:nvPr/>
        </p:nvSpPr>
        <p:spPr>
          <a:xfrm>
            <a:off x="1665035" y="1147522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C36A7D8-C934-B087-C6B1-6E7E8139CCBB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E9B6A430-49C9-7941-D04F-12966FD324AD}"/>
              </a:ext>
            </a:extLst>
          </p:cNvPr>
          <p:cNvSpPr/>
          <p:nvPr/>
        </p:nvSpPr>
        <p:spPr>
          <a:xfrm>
            <a:off x="1804183" y="1844990"/>
            <a:ext cx="11300331" cy="392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Statistically: March 2020, Var1 and Var3 drop exceed the 3std, implying that it has a 0.3% probability of happening under normal conditions.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Raleway Medium" pitchFamily="2" charset="0"/>
              <a:ea typeface="Manrope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Interpretively, I estimated 70% confidence that this is a human behavior system, 20% that it is from a simulation, and 10% that it is from another system.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Raleway Medium" pitchFamily="2" charset="0"/>
              <a:ea typeface="Manrope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Even if I am sure that my hypotheses are anomalies, the cause is still unknown.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Raleway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628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39549" y="38234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1B1B27"/>
                </a:solidFill>
                <a:latin typeface="Raleway ExtraBold" pitchFamily="2" charset="0"/>
                <a:ea typeface="Raleway" pitchFamily="34" charset="-122"/>
                <a:cs typeface="Raleway" pitchFamily="34" charset="-120"/>
              </a:rPr>
              <a:t>Thank </a:t>
            </a:r>
            <a:r>
              <a:rPr lang="en-US" sz="6000" i="1" dirty="0">
                <a:solidFill>
                  <a:srgbClr val="1B1B27"/>
                </a:solidFill>
                <a:latin typeface="Raleway ExtraBold" pitchFamily="2" charset="0"/>
                <a:ea typeface="Raleway" pitchFamily="34" charset="-122"/>
                <a:cs typeface="Raleway" pitchFamily="34" charset="-120"/>
              </a:rPr>
              <a:t>You</a:t>
            </a:r>
            <a:endParaRPr lang="en-US" sz="6000" i="1" dirty="0">
              <a:latin typeface="Raleway ExtraBold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 flipH="1">
            <a:off x="1659150" y="3385107"/>
            <a:ext cx="45719" cy="1644094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579E4E-9B46-A226-657B-0B2373747F61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653</Words>
  <Application>Microsoft Office PowerPoint</Application>
  <PresentationFormat>Custom</PresentationFormat>
  <Paragraphs>81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Raleway ExtraBold</vt:lpstr>
      <vt:lpstr>Arial</vt:lpstr>
      <vt:lpstr>Raleway SemiBold</vt:lpstr>
      <vt:lpstr>Raleway Medium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Rofiat Muhammad</cp:lastModifiedBy>
  <cp:revision>56</cp:revision>
  <dcterms:created xsi:type="dcterms:W3CDTF">2025-04-29T10:32:26Z</dcterms:created>
  <dcterms:modified xsi:type="dcterms:W3CDTF">2025-11-28T18:16:50Z</dcterms:modified>
</cp:coreProperties>
</file>