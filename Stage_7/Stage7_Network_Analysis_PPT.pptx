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73" r:id="rId4"/>
    <p:sldId id="272" r:id="rId5"/>
    <p:sldId id="260" r:id="rId6"/>
    <p:sldId id="270" r:id="rId7"/>
    <p:sldId id="275" r:id="rId8"/>
    <p:sldId id="276" r:id="rId9"/>
    <p:sldId id="274" r:id="rId10"/>
    <p:sldId id="271" r:id="rId11"/>
  </p:sldIdLst>
  <p:sldSz cx="14630400" cy="8229600"/>
  <p:notesSz cx="8229600" cy="14630400"/>
  <p:embeddedFontLst>
    <p:embeddedFont>
      <p:font typeface="Raleway ExtraBold" pitchFamily="2" charset="0"/>
      <p:bold r:id="rId13"/>
      <p:boldItalic r:id="rId14"/>
    </p:embeddedFont>
    <p:embeddedFont>
      <p:font typeface="Raleway Medium" pitchFamily="2" charset="0"/>
      <p:regular r:id="rId15"/>
      <p:italic r:id="rId16"/>
    </p:embeddedFont>
    <p:embeddedFont>
      <p:font typeface="Raleway SemiBold" pitchFamily="2" charset="0"/>
      <p:bold r:id="rId17"/>
      <p:boldItalic r:id="rId18"/>
    </p:embeddedFont>
    <p:embeddedFont>
      <p:font typeface="Roboto Bold" panose="02000000000000000000" pitchFamily="2" charset="0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9E9"/>
    <a:srgbClr val="ECDCDC"/>
    <a:srgbClr val="F3E8E8"/>
    <a:srgbClr val="E4CFCE"/>
    <a:srgbClr val="A87884"/>
    <a:srgbClr val="FF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EEC93C-2216-4BD7-B77E-13C8EFB7401E}" v="74" dt="2025-12-05T19:32:14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fiat Muhammad" userId="dc290707746958cf" providerId="LiveId" clId="{90209DFF-2DD7-40EF-A77C-FFBC5ACCE5E7}"/>
    <pc:docChg chg="undo custSel addSld delSld modSld sldOrd">
      <pc:chgData name="Rofiat Muhammad" userId="dc290707746958cf" providerId="LiveId" clId="{90209DFF-2DD7-40EF-A77C-FFBC5ACCE5E7}" dt="2025-12-05T19:59:07.323" v="8948" actId="20577"/>
      <pc:docMkLst>
        <pc:docMk/>
      </pc:docMkLst>
      <pc:sldChg chg="addSp delSp modSp mod">
        <pc:chgData name="Rofiat Muhammad" userId="dc290707746958cf" providerId="LiveId" clId="{90209DFF-2DD7-40EF-A77C-FFBC5ACCE5E7}" dt="2025-12-05T19:45:19.720" v="8800" actId="1076"/>
        <pc:sldMkLst>
          <pc:docMk/>
          <pc:sldMk cId="0" sldId="256"/>
        </pc:sldMkLst>
        <pc:spChg chg="mod">
          <ac:chgData name="Rofiat Muhammad" userId="dc290707746958cf" providerId="LiveId" clId="{90209DFF-2DD7-40EF-A77C-FFBC5ACCE5E7}" dt="2025-12-05T19:45:06.337" v="8799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fiat Muhammad" userId="dc290707746958cf" providerId="LiveId" clId="{90209DFF-2DD7-40EF-A77C-FFBC5ACCE5E7}" dt="2025-12-05T19:45:19.720" v="880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fiat Muhammad" userId="dc290707746958cf" providerId="LiveId" clId="{90209DFF-2DD7-40EF-A77C-FFBC5ACCE5E7}" dt="2025-12-05T16:08:41.689" v="6448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3:53:40.689" v="409" actId="2711"/>
          <ac:spMkLst>
            <pc:docMk/>
            <pc:sldMk cId="0" sldId="256"/>
            <ac:spMk id="8" creationId="{00000000-0000-0000-0000-000000000000}"/>
          </ac:spMkLst>
        </pc:spChg>
        <pc:picChg chg="mod">
          <ac:chgData name="Rofiat Muhammad" userId="dc290707746958cf" providerId="LiveId" clId="{90209DFF-2DD7-40EF-A77C-FFBC5ACCE5E7}" dt="2025-11-28T13:53:40.361" v="408" actId="1076"/>
          <ac:picMkLst>
            <pc:docMk/>
            <pc:sldMk cId="0" sldId="256"/>
            <ac:picMk id="15" creationId="{BF0748B5-DD28-641F-80F6-B13D2BEB85B6}"/>
          </ac:picMkLst>
        </pc:picChg>
      </pc:sldChg>
      <pc:sldChg chg="addSp delSp modSp del mod">
        <pc:chgData name="Rofiat Muhammad" userId="dc290707746958cf" providerId="LiveId" clId="{90209DFF-2DD7-40EF-A77C-FFBC5ACCE5E7}" dt="2025-12-05T19:28:31.050" v="8744" actId="2696"/>
        <pc:sldMkLst>
          <pc:docMk/>
          <pc:sldMk cId="0" sldId="257"/>
        </pc:sldMkLst>
      </pc:sldChg>
      <pc:sldChg chg="addSp delSp modSp mod ord">
        <pc:chgData name="Rofiat Muhammad" userId="dc290707746958cf" providerId="LiveId" clId="{90209DFF-2DD7-40EF-A77C-FFBC5ACCE5E7}" dt="2025-12-05T19:52:52.338" v="8819" actId="20577"/>
        <pc:sldMkLst>
          <pc:docMk/>
          <pc:sldMk cId="0" sldId="258"/>
        </pc:sldMkLst>
        <pc:spChg chg="mod">
          <ac:chgData name="Rofiat Muhammad" userId="dc290707746958cf" providerId="LiveId" clId="{90209DFF-2DD7-40EF-A77C-FFBC5ACCE5E7}" dt="2025-12-05T17:20:10.435" v="6471" actId="20577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Rofiat Muhammad" userId="dc290707746958cf" providerId="LiveId" clId="{90209DFF-2DD7-40EF-A77C-FFBC5ACCE5E7}" dt="2025-12-05T19:52:52.338" v="8819" actId="20577"/>
          <ac:spMkLst>
            <pc:docMk/>
            <pc:sldMk cId="0" sldId="258"/>
            <ac:spMk id="4" creationId="{5DD5B9C6-65C2-F318-2AE6-BE702F301BBA}"/>
          </ac:spMkLst>
        </pc:spChg>
        <pc:spChg chg="add mod">
          <ac:chgData name="Rofiat Muhammad" userId="dc290707746958cf" providerId="LiveId" clId="{90209DFF-2DD7-40EF-A77C-FFBC5ACCE5E7}" dt="2025-12-05T17:33:13.569" v="7293" actId="1076"/>
          <ac:spMkLst>
            <pc:docMk/>
            <pc:sldMk cId="0" sldId="258"/>
            <ac:spMk id="5" creationId="{36D142DD-9945-A15F-CEB5-B5B485CEACFB}"/>
          </ac:spMkLst>
        </pc:spChg>
        <pc:spChg chg="mod">
          <ac:chgData name="Rofiat Muhammad" userId="dc290707746958cf" providerId="LiveId" clId="{90209DFF-2DD7-40EF-A77C-FFBC5ACCE5E7}" dt="2025-11-28T15:50:48.625" v="2230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Rofiat Muhammad" userId="dc290707746958cf" providerId="LiveId" clId="{90209DFF-2DD7-40EF-A77C-FFBC5ACCE5E7}" dt="2025-12-05T19:52:30.745" v="8801" actId="20577"/>
          <ac:spMkLst>
            <pc:docMk/>
            <pc:sldMk cId="0" sldId="258"/>
            <ac:spMk id="15" creationId="{00000000-0000-0000-0000-000000000000}"/>
          </ac:spMkLst>
        </pc:spChg>
      </pc:sldChg>
      <pc:sldChg chg="addSp delSp modSp mod ord">
        <pc:chgData name="Rofiat Muhammad" userId="dc290707746958cf" providerId="LiveId" clId="{90209DFF-2DD7-40EF-A77C-FFBC5ACCE5E7}" dt="2025-12-05T19:24:25.471" v="8690"/>
        <pc:sldMkLst>
          <pc:docMk/>
          <pc:sldMk cId="0" sldId="260"/>
        </pc:sldMkLst>
        <pc:spChg chg="mod">
          <ac:chgData name="Rofiat Muhammad" userId="dc290707746958cf" providerId="LiveId" clId="{90209DFF-2DD7-40EF-A77C-FFBC5ACCE5E7}" dt="2025-12-05T19:24:25.471" v="8690"/>
          <ac:spMkLst>
            <pc:docMk/>
            <pc:sldMk cId="0" sldId="260"/>
            <ac:spMk id="2" creationId="{00000000-0000-0000-0000-000000000000}"/>
          </ac:spMkLst>
        </pc:spChg>
        <pc:graphicFrameChg chg="add mod modGraphic">
          <ac:chgData name="Rofiat Muhammad" userId="dc290707746958cf" providerId="LiveId" clId="{90209DFF-2DD7-40EF-A77C-FFBC5ACCE5E7}" dt="2025-12-05T19:23:56.109" v="8689" actId="1076"/>
          <ac:graphicFrameMkLst>
            <pc:docMk/>
            <pc:sldMk cId="0" sldId="260"/>
            <ac:graphicFrameMk id="3" creationId="{B29F84B7-E39B-B289-F7A6-8F56CDD6EB4C}"/>
          </ac:graphicFrameMkLst>
        </pc:graphicFrameChg>
        <pc:graphicFrameChg chg="add del mod modGraphic">
          <ac:chgData name="Rofiat Muhammad" userId="dc290707746958cf" providerId="LiveId" clId="{90209DFF-2DD7-40EF-A77C-FFBC5ACCE5E7}" dt="2025-12-05T19:21:58.455" v="8676" actId="478"/>
          <ac:graphicFrameMkLst>
            <pc:docMk/>
            <pc:sldMk cId="0" sldId="260"/>
            <ac:graphicFrameMk id="31" creationId="{84225991-9B24-04D7-334E-9F2E6D130AE9}"/>
          </ac:graphicFrameMkLst>
        </pc:graphicFrameChg>
      </pc:sldChg>
      <pc:sldChg chg="addSp delSp modSp mod ord">
        <pc:chgData name="Rofiat Muhammad" userId="dc290707746958cf" providerId="LiveId" clId="{90209DFF-2DD7-40EF-A77C-FFBC5ACCE5E7}" dt="2025-12-05T19:33:17.601" v="8775" actId="20577"/>
        <pc:sldMkLst>
          <pc:docMk/>
          <pc:sldMk cId="2968523966" sldId="270"/>
        </pc:sldMkLst>
        <pc:spChg chg="add del mod">
          <ac:chgData name="Rofiat Muhammad" userId="dc290707746958cf" providerId="LiveId" clId="{90209DFF-2DD7-40EF-A77C-FFBC5ACCE5E7}" dt="2025-12-05T19:32:31.097" v="8767" actId="478"/>
          <ac:spMkLst>
            <pc:docMk/>
            <pc:sldMk cId="2968523966" sldId="270"/>
            <ac:spMk id="3" creationId="{FF1057D5-9087-CF01-7E8F-52C15CCC1FAB}"/>
          </ac:spMkLst>
        </pc:spChg>
        <pc:spChg chg="add mod">
          <ac:chgData name="Rofiat Muhammad" userId="dc290707746958cf" providerId="LiveId" clId="{90209DFF-2DD7-40EF-A77C-FFBC5ACCE5E7}" dt="2025-12-05T19:32:40.844" v="8769" actId="255"/>
          <ac:spMkLst>
            <pc:docMk/>
            <pc:sldMk cId="2968523966" sldId="270"/>
            <ac:spMk id="9" creationId="{4BB0A00E-F2EB-B79E-9540-6433B81268B5}"/>
          </ac:spMkLst>
        </pc:spChg>
        <pc:spChg chg="add del mod">
          <ac:chgData name="Rofiat Muhammad" userId="dc290707746958cf" providerId="LiveId" clId="{90209DFF-2DD7-40EF-A77C-FFBC5ACCE5E7}" dt="2025-12-05T19:31:21.943" v="8758" actId="478"/>
          <ac:spMkLst>
            <pc:docMk/>
            <pc:sldMk cId="2968523966" sldId="270"/>
            <ac:spMk id="11" creationId="{390BF558-EC52-0800-7EBB-EDD34CF9E044}"/>
          </ac:spMkLst>
        </pc:spChg>
        <pc:spChg chg="add del mod ord">
          <ac:chgData name="Rofiat Muhammad" userId="dc290707746958cf" providerId="LiveId" clId="{90209DFF-2DD7-40EF-A77C-FFBC5ACCE5E7}" dt="2025-12-05T19:31:24.989" v="8759" actId="478"/>
          <ac:spMkLst>
            <pc:docMk/>
            <pc:sldMk cId="2968523966" sldId="270"/>
            <ac:spMk id="12" creationId="{07431D1C-4EE0-CA7E-22CD-787405D72A6E}"/>
          </ac:spMkLst>
        </pc:spChg>
        <pc:spChg chg="add mod">
          <ac:chgData name="Rofiat Muhammad" userId="dc290707746958cf" providerId="LiveId" clId="{90209DFF-2DD7-40EF-A77C-FFBC5ACCE5E7}" dt="2025-12-05T19:33:17.601" v="8775" actId="20577"/>
          <ac:spMkLst>
            <pc:docMk/>
            <pc:sldMk cId="2968523966" sldId="270"/>
            <ac:spMk id="14" creationId="{41D372DA-B1A5-71DF-6277-95063890A6D9}"/>
          </ac:spMkLst>
        </pc:spChg>
        <pc:picChg chg="add mod">
          <ac:chgData name="Rofiat Muhammad" userId="dc290707746958cf" providerId="LiveId" clId="{90209DFF-2DD7-40EF-A77C-FFBC5ACCE5E7}" dt="2025-12-05T19:33:03.685" v="8770" actId="14100"/>
          <ac:picMkLst>
            <pc:docMk/>
            <pc:sldMk cId="2968523966" sldId="270"/>
            <ac:picMk id="2" creationId="{F4D3630E-9781-C80D-F980-251111EE9A27}"/>
          </ac:picMkLst>
        </pc:picChg>
        <pc:picChg chg="add del mod">
          <ac:chgData name="Rofiat Muhammad" userId="dc290707746958cf" providerId="LiveId" clId="{90209DFF-2DD7-40EF-A77C-FFBC5ACCE5E7}" dt="2025-12-05T19:30:25.665" v="8745" actId="478"/>
          <ac:picMkLst>
            <pc:docMk/>
            <pc:sldMk cId="2968523966" sldId="270"/>
            <ac:picMk id="8" creationId="{C2B51E6F-03D7-FE2B-6DCE-D36AA0EBA9A6}"/>
          </ac:picMkLst>
        </pc:picChg>
      </pc:sldChg>
      <pc:sldChg chg="addSp delSp modSp mod">
        <pc:chgData name="Rofiat Muhammad" userId="dc290707746958cf" providerId="LiveId" clId="{90209DFF-2DD7-40EF-A77C-FFBC5ACCE5E7}" dt="2025-11-28T16:28:28.241" v="3438" actId="1038"/>
        <pc:sldMkLst>
          <pc:docMk/>
          <pc:sldMk cId="0" sldId="271"/>
        </pc:sldMkLst>
        <pc:spChg chg="mod">
          <ac:chgData name="Rofiat Muhammad" userId="dc290707746958cf" providerId="LiveId" clId="{90209DFF-2DD7-40EF-A77C-FFBC5ACCE5E7}" dt="2025-11-28T16:28:03.274" v="3430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Rofiat Muhammad" userId="dc290707746958cf" providerId="LiveId" clId="{90209DFF-2DD7-40EF-A77C-FFBC5ACCE5E7}" dt="2025-11-28T16:28:28.241" v="3438" actId="1038"/>
          <ac:spMkLst>
            <pc:docMk/>
            <pc:sldMk cId="0" sldId="271"/>
            <ac:spMk id="5" creationId="{00000000-0000-0000-0000-000000000000}"/>
          </ac:spMkLst>
        </pc:spChg>
        <pc:spChg chg="add mod">
          <ac:chgData name="Rofiat Muhammad" userId="dc290707746958cf" providerId="LiveId" clId="{90209DFF-2DD7-40EF-A77C-FFBC5ACCE5E7}" dt="2025-11-28T16:27:01.813" v="3352"/>
          <ac:spMkLst>
            <pc:docMk/>
            <pc:sldMk cId="0" sldId="271"/>
            <ac:spMk id="6" creationId="{15579E4E-9B46-A226-657B-0B2373747F61}"/>
          </ac:spMkLst>
        </pc:spChg>
      </pc:sldChg>
      <pc:sldChg chg="modSp add mod ord">
        <pc:chgData name="Rofiat Muhammad" userId="dc290707746958cf" providerId="LiveId" clId="{90209DFF-2DD7-40EF-A77C-FFBC5ACCE5E7}" dt="2025-12-05T19:59:07.323" v="8948" actId="20577"/>
        <pc:sldMkLst>
          <pc:docMk/>
          <pc:sldMk cId="4057500508" sldId="272"/>
        </pc:sldMkLst>
        <pc:spChg chg="mod">
          <ac:chgData name="Rofiat Muhammad" userId="dc290707746958cf" providerId="LiveId" clId="{90209DFF-2DD7-40EF-A77C-FFBC5ACCE5E7}" dt="2025-12-05T17:43:48.811" v="8040" actId="1076"/>
          <ac:spMkLst>
            <pc:docMk/>
            <pc:sldMk cId="4057500508" sldId="272"/>
            <ac:spMk id="3" creationId="{937135FC-B3AC-DF66-B77A-E44F5080C49E}"/>
          </ac:spMkLst>
        </pc:spChg>
        <pc:spChg chg="mod">
          <ac:chgData name="Rofiat Muhammad" userId="dc290707746958cf" providerId="LiveId" clId="{90209DFF-2DD7-40EF-A77C-FFBC5ACCE5E7}" dt="2025-12-05T19:59:07.323" v="8948" actId="20577"/>
          <ac:spMkLst>
            <pc:docMk/>
            <pc:sldMk cId="4057500508" sldId="272"/>
            <ac:spMk id="4" creationId="{46DCCF88-0BC5-FE23-AEEE-29E8D0A09727}"/>
          </ac:spMkLst>
        </pc:spChg>
        <pc:spChg chg="mod">
          <ac:chgData name="Rofiat Muhammad" userId="dc290707746958cf" providerId="LiveId" clId="{90209DFF-2DD7-40EF-A77C-FFBC5ACCE5E7}" dt="2025-12-05T17:44:05.715" v="8042" actId="1076"/>
          <ac:spMkLst>
            <pc:docMk/>
            <pc:sldMk cId="4057500508" sldId="272"/>
            <ac:spMk id="5" creationId="{A0179636-25BE-E664-0F5B-65E05BF6E6A2}"/>
          </ac:spMkLst>
        </pc:spChg>
        <pc:spChg chg="mod">
          <ac:chgData name="Rofiat Muhammad" userId="dc290707746958cf" providerId="LiveId" clId="{90209DFF-2DD7-40EF-A77C-FFBC5ACCE5E7}" dt="2025-12-05T17:43:44.277" v="8039" actId="1076"/>
          <ac:spMkLst>
            <pc:docMk/>
            <pc:sldMk cId="4057500508" sldId="272"/>
            <ac:spMk id="13" creationId="{07C3C830-A846-1457-8A8B-43F2942CE242}"/>
          </ac:spMkLst>
        </pc:spChg>
        <pc:spChg chg="mod">
          <ac:chgData name="Rofiat Muhammad" userId="dc290707746958cf" providerId="LiveId" clId="{90209DFF-2DD7-40EF-A77C-FFBC5ACCE5E7}" dt="2025-12-05T17:52:49.848" v="8169" actId="123"/>
          <ac:spMkLst>
            <pc:docMk/>
            <pc:sldMk cId="4057500508" sldId="272"/>
            <ac:spMk id="15" creationId="{C6CC3D2D-A947-092A-E073-802E5F2994C9}"/>
          </ac:spMkLst>
        </pc:spChg>
      </pc:sldChg>
      <pc:sldChg chg="delSp modSp add mod ord">
        <pc:chgData name="Rofiat Muhammad" userId="dc290707746958cf" providerId="LiveId" clId="{90209DFF-2DD7-40EF-A77C-FFBC5ACCE5E7}" dt="2025-12-05T17:52:44.347" v="8168" actId="123"/>
        <pc:sldMkLst>
          <pc:docMk/>
          <pc:sldMk cId="2732992773" sldId="273"/>
        </pc:sldMkLst>
        <pc:spChg chg="mod">
          <ac:chgData name="Rofiat Muhammad" userId="dc290707746958cf" providerId="LiveId" clId="{90209DFF-2DD7-40EF-A77C-FFBC5ACCE5E7}" dt="2025-12-05T17:52:13.216" v="8163" actId="1076"/>
          <ac:spMkLst>
            <pc:docMk/>
            <pc:sldMk cId="2732992773" sldId="273"/>
            <ac:spMk id="3" creationId="{8E474FA9-11D6-103F-3068-3D92A5B27B14}"/>
          </ac:spMkLst>
        </pc:spChg>
        <pc:spChg chg="mod">
          <ac:chgData name="Rofiat Muhammad" userId="dc290707746958cf" providerId="LiveId" clId="{90209DFF-2DD7-40EF-A77C-FFBC5ACCE5E7}" dt="2025-12-05T17:52:08.898" v="8162" actId="1076"/>
          <ac:spMkLst>
            <pc:docMk/>
            <pc:sldMk cId="2732992773" sldId="273"/>
            <ac:spMk id="13" creationId="{EF25C964-DDEC-F544-B040-5F44A0D3F8DD}"/>
          </ac:spMkLst>
        </pc:spChg>
        <pc:spChg chg="mod">
          <ac:chgData name="Rofiat Muhammad" userId="dc290707746958cf" providerId="LiveId" clId="{90209DFF-2DD7-40EF-A77C-FFBC5ACCE5E7}" dt="2025-12-05T17:52:44.347" v="8168" actId="123"/>
          <ac:spMkLst>
            <pc:docMk/>
            <pc:sldMk cId="2732992773" sldId="273"/>
            <ac:spMk id="15" creationId="{C1AA25CD-2432-3D4C-FE4B-81343CC94176}"/>
          </ac:spMkLst>
        </pc:spChg>
      </pc:sldChg>
      <pc:sldChg chg="addSp delSp modSp add mod">
        <pc:chgData name="Rofiat Muhammad" userId="dc290707746958cf" providerId="LiveId" clId="{90209DFF-2DD7-40EF-A77C-FFBC5ACCE5E7}" dt="2025-12-05T19:36:29.008" v="8779" actId="22"/>
        <pc:sldMkLst>
          <pc:docMk/>
          <pc:sldMk cId="3851628643" sldId="274"/>
        </pc:sldMkLst>
        <pc:spChg chg="add mod">
          <ac:chgData name="Rofiat Muhammad" userId="dc290707746958cf" providerId="LiveId" clId="{90209DFF-2DD7-40EF-A77C-FFBC5ACCE5E7}" dt="2025-12-05T19:18:17.484" v="8647" actId="20577"/>
          <ac:spMkLst>
            <pc:docMk/>
            <pc:sldMk cId="3851628643" sldId="274"/>
            <ac:spMk id="2" creationId="{0D6C7782-4C13-D3E0-E249-860AFF9EABCA}"/>
          </ac:spMkLst>
        </pc:spChg>
        <pc:spChg chg="mod">
          <ac:chgData name="Rofiat Muhammad" userId="dc290707746958cf" providerId="LiveId" clId="{90209DFF-2DD7-40EF-A77C-FFBC5ACCE5E7}" dt="2025-12-05T19:19:24.729" v="8675" actId="20577"/>
          <ac:spMkLst>
            <pc:docMk/>
            <pc:sldMk cId="3851628643" sldId="274"/>
            <ac:spMk id="3" creationId="{A3012B43-F0F6-C3DE-AE60-B2F16BC345CF}"/>
          </ac:spMkLst>
        </pc:spChg>
        <pc:spChg chg="del mod">
          <ac:chgData name="Rofiat Muhammad" userId="dc290707746958cf" providerId="LiveId" clId="{90209DFF-2DD7-40EF-A77C-FFBC5ACCE5E7}" dt="2025-12-05T18:57:35.670" v="8380" actId="478"/>
          <ac:spMkLst>
            <pc:docMk/>
            <pc:sldMk cId="3851628643" sldId="274"/>
            <ac:spMk id="4" creationId="{E9B6A430-49C9-7941-D04F-12966FD324AD}"/>
          </ac:spMkLst>
        </pc:spChg>
        <pc:spChg chg="add del">
          <ac:chgData name="Rofiat Muhammad" userId="dc290707746958cf" providerId="LiveId" clId="{90209DFF-2DD7-40EF-A77C-FFBC5ACCE5E7}" dt="2025-12-05T19:36:29.008" v="8779" actId="22"/>
          <ac:spMkLst>
            <pc:docMk/>
            <pc:sldMk cId="3851628643" sldId="274"/>
            <ac:spMk id="6" creationId="{EF493CB9-2AEE-A255-7453-1439FAB34EF8}"/>
          </ac:spMkLst>
        </pc:spChg>
        <pc:spChg chg="mod">
          <ac:chgData name="Rofiat Muhammad" userId="dc290707746958cf" providerId="LiveId" clId="{90209DFF-2DD7-40EF-A77C-FFBC5ACCE5E7}" dt="2025-12-05T19:09:01.158" v="8530" actId="1076"/>
          <ac:spMkLst>
            <pc:docMk/>
            <pc:sldMk cId="3851628643" sldId="274"/>
            <ac:spMk id="13" creationId="{CB610386-7D7F-0704-9559-5AF9172F667A}"/>
          </ac:spMkLst>
        </pc:spChg>
      </pc:sldChg>
      <pc:sldChg chg="addSp delSp modSp new mod">
        <pc:chgData name="Rofiat Muhammad" userId="dc290707746958cf" providerId="LiveId" clId="{90209DFF-2DD7-40EF-A77C-FFBC5ACCE5E7}" dt="2025-12-05T19:30:56.376" v="8755" actId="20577"/>
        <pc:sldMkLst>
          <pc:docMk/>
          <pc:sldMk cId="850713221" sldId="275"/>
        </pc:sldMkLst>
        <pc:spChg chg="add mod">
          <ac:chgData name="Rofiat Muhammad" userId="dc290707746958cf" providerId="LiveId" clId="{90209DFF-2DD7-40EF-A77C-FFBC5ACCE5E7}" dt="2025-11-28T17:52:11.608" v="5959"/>
          <ac:spMkLst>
            <pc:docMk/>
            <pc:sldMk cId="850713221" sldId="275"/>
            <ac:spMk id="4" creationId="{A86CCD9B-1808-6913-3BF0-772AD0C2BABC}"/>
          </ac:spMkLst>
        </pc:spChg>
        <pc:spChg chg="add mod">
          <ac:chgData name="Rofiat Muhammad" userId="dc290707746958cf" providerId="LiveId" clId="{90209DFF-2DD7-40EF-A77C-FFBC5ACCE5E7}" dt="2025-12-05T19:30:56.376" v="8755" actId="20577"/>
          <ac:spMkLst>
            <pc:docMk/>
            <pc:sldMk cId="850713221" sldId="275"/>
            <ac:spMk id="5" creationId="{EC73E27D-D344-DD97-B048-8FEDDAFCFC8E}"/>
          </ac:spMkLst>
        </pc:spChg>
        <pc:picChg chg="add mod">
          <ac:chgData name="Rofiat Muhammad" userId="dc290707746958cf" providerId="LiveId" clId="{90209DFF-2DD7-40EF-A77C-FFBC5ACCE5E7}" dt="2025-12-05T19:27:11.749" v="8699" actId="1076"/>
          <ac:picMkLst>
            <pc:docMk/>
            <pc:sldMk cId="850713221" sldId="275"/>
            <ac:picMk id="2" creationId="{F2227613-BD08-FCAF-3BFF-5C9BD41E3487}"/>
          </ac:picMkLst>
        </pc:picChg>
        <pc:picChg chg="add del mod">
          <ac:chgData name="Rofiat Muhammad" userId="dc290707746958cf" providerId="LiveId" clId="{90209DFF-2DD7-40EF-A77C-FFBC5ACCE5E7}" dt="2025-12-05T19:26:07.974" v="8692" actId="478"/>
          <ac:picMkLst>
            <pc:docMk/>
            <pc:sldMk cId="850713221" sldId="275"/>
            <ac:picMk id="3" creationId="{37BAFC00-C9DA-F6EB-C76B-3CEDCF562FC0}"/>
          </ac:picMkLst>
        </pc:picChg>
      </pc:sldChg>
      <pc:sldChg chg="addSp delSp modSp add mod ord">
        <pc:chgData name="Rofiat Muhammad" userId="dc290707746958cf" providerId="LiveId" clId="{90209DFF-2DD7-40EF-A77C-FFBC5ACCE5E7}" dt="2025-12-05T19:35:44.871" v="8777"/>
        <pc:sldMkLst>
          <pc:docMk/>
          <pc:sldMk cId="1026728874" sldId="276"/>
        </pc:sldMkLst>
        <pc:spChg chg="mod">
          <ac:chgData name="Rofiat Muhammad" userId="dc290707746958cf" providerId="LiveId" clId="{90209DFF-2DD7-40EF-A77C-FFBC5ACCE5E7}" dt="2025-12-05T18:54:32.315" v="8379" actId="1076"/>
          <ac:spMkLst>
            <pc:docMk/>
            <pc:sldMk cId="1026728874" sldId="276"/>
            <ac:spMk id="3" creationId="{5208D6F1-721D-E8B8-1F0E-20352AA8F994}"/>
          </ac:spMkLst>
        </pc:spChg>
        <pc:spChg chg="del mod">
          <ac:chgData name="Rofiat Muhammad" userId="dc290707746958cf" providerId="LiveId" clId="{90209DFF-2DD7-40EF-A77C-FFBC5ACCE5E7}" dt="2025-12-05T18:47:00.622" v="8296" actId="478"/>
          <ac:spMkLst>
            <pc:docMk/>
            <pc:sldMk cId="1026728874" sldId="276"/>
            <ac:spMk id="4" creationId="{41B48784-1D32-7348-5583-EB0A22735B51}"/>
          </ac:spMkLst>
        </pc:spChg>
        <pc:spChg chg="add del">
          <ac:chgData name="Rofiat Muhammad" userId="dc290707746958cf" providerId="LiveId" clId="{90209DFF-2DD7-40EF-A77C-FFBC5ACCE5E7}" dt="2025-12-05T18:46:02.638" v="8292" actId="478"/>
          <ac:spMkLst>
            <pc:docMk/>
            <pc:sldMk cId="1026728874" sldId="276"/>
            <ac:spMk id="5" creationId="{E5C1979A-76B5-6AA4-D2BC-41E73A092CAC}"/>
          </ac:spMkLst>
        </pc:spChg>
        <pc:spChg chg="mod">
          <ac:chgData name="Rofiat Muhammad" userId="dc290707746958cf" providerId="LiveId" clId="{90209DFF-2DD7-40EF-A77C-FFBC5ACCE5E7}" dt="2025-12-05T18:54:23.310" v="8378" actId="1076"/>
          <ac:spMkLst>
            <pc:docMk/>
            <pc:sldMk cId="1026728874" sldId="276"/>
            <ac:spMk id="13" creationId="{081DDD67-2A62-3EE7-801D-ACDDBEA68016}"/>
          </ac:spMkLst>
        </pc:spChg>
        <pc:spChg chg="mod">
          <ac:chgData name="Rofiat Muhammad" userId="dc290707746958cf" providerId="LiveId" clId="{90209DFF-2DD7-40EF-A77C-FFBC5ACCE5E7}" dt="2025-12-05T18:54:11.276" v="8375" actId="1076"/>
          <ac:spMkLst>
            <pc:docMk/>
            <pc:sldMk cId="1026728874" sldId="276"/>
            <ac:spMk id="15" creationId="{FAA988D3-143F-6CC9-1F30-15A9D5442BD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19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C9F8F-26FE-FEF7-810F-97DF2216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50C447-4DE3-D255-0CC1-0C5888D3E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D6435-60F3-A76C-6322-7DCD4D021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16785-EA62-4896-AF42-697B38251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58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BCF6-2108-FB8E-875F-F5DB9862D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1F611-130B-9B5D-B5F5-968C586AB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EE52E-EF2C-75AB-58E0-746F76CF4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76687-C271-68D8-95C1-5625839DA5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452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ABA2C-6A32-7585-A8C2-1D30BD0C4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9E263B-D136-24B1-335A-5801F1814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03F1F-B9CB-8DB5-BEF9-56C06C1F0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AE58D-531E-0E3E-B783-C8F73ED075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85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F36B8-480D-0B90-5D1D-3989BF81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CB3B8-04B0-D148-A8FF-6B274BBA7D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B387E-3BD8-8F1B-EF98-BC8435B64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B0A8E-52AE-2BD7-C7BA-1651FA9BDE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2857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F9A-E334-553B-322E-4AC4BF466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31F95-3C52-F804-C47D-CB1C0F2E9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A764B-F596-D4BF-D803-B2800A210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8B3CA-DB33-69FA-4F45-00710D2738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408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788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981553" y="1429097"/>
            <a:ext cx="10572622" cy="913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0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Network Analysis of Orkut’s Ground Truth Communities</a:t>
            </a:r>
          </a:p>
        </p:txBody>
      </p:sp>
      <p:sp>
        <p:nvSpPr>
          <p:cNvPr id="4" name="Text 1"/>
          <p:cNvSpPr/>
          <p:nvPr/>
        </p:nvSpPr>
        <p:spPr>
          <a:xfrm>
            <a:off x="2101863" y="3186078"/>
            <a:ext cx="10731473" cy="58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i="1" dirty="0">
                <a:solidFill>
                  <a:srgbClr val="404040"/>
                </a:solidFill>
                <a:effectLst/>
                <a:latin typeface="Raleway SemiBold" pitchFamily="2" charset="0"/>
              </a:rPr>
              <a:t>Understanding the ground truth communities using Orkut Insight for Deen AI</a:t>
            </a:r>
            <a:endParaRPr lang="en-US" sz="2400" b="1" dirty="0">
              <a:latin typeface="Raleway SemiBold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55991" y="4291126"/>
            <a:ext cx="550207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latin typeface="Raleway Medium" pitchFamily="2" charset="0"/>
              </a:rPr>
              <a:t>By Rofiat Muhammad | Data Analyst</a:t>
            </a:r>
          </a:p>
          <a:p>
            <a:pPr marL="0" indent="0" algn="ctr">
              <a:lnSpc>
                <a:spcPts val="3000"/>
              </a:lnSpc>
              <a:buNone/>
            </a:pPr>
            <a:endParaRPr lang="en-US" sz="2400" b="1" dirty="0">
              <a:latin typeface="Raleway Medium" pitchFamily="2" charset="0"/>
            </a:endParaRPr>
          </a:p>
          <a:p>
            <a:pPr marL="0" indent="0" algn="ctr">
              <a:lnSpc>
                <a:spcPts val="3000"/>
              </a:lnSpc>
              <a:buNone/>
            </a:pPr>
            <a:r>
              <a:rPr lang="en-US" sz="2400" b="1" dirty="0">
                <a:latin typeface="Raleway Medium" pitchFamily="2" charset="0"/>
              </a:rPr>
              <a:t>Date: 5</a:t>
            </a:r>
            <a:r>
              <a:rPr lang="en-US" sz="2400" b="1" baseline="30000" dirty="0">
                <a:latin typeface="Raleway Medium" pitchFamily="2" charset="0"/>
              </a:rPr>
              <a:t>th</a:t>
            </a:r>
            <a:r>
              <a:rPr lang="en-US" sz="2400" b="1" dirty="0">
                <a:latin typeface="Raleway Medium" pitchFamily="2" charset="0"/>
              </a:rPr>
              <a:t>  of December 2025.</a:t>
            </a:r>
          </a:p>
        </p:txBody>
      </p:sp>
      <p:sp>
        <p:nvSpPr>
          <p:cNvPr id="6" name="Shape 3"/>
          <p:cNvSpPr/>
          <p:nvPr/>
        </p:nvSpPr>
        <p:spPr>
          <a:xfrm>
            <a:off x="6324124" y="6193988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E88430-9B3D-6F4F-44FF-25B28C8A9A76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B339963-4264-53C8-9258-449A8E9DA8BB}"/>
              </a:ext>
            </a:extLst>
          </p:cNvPr>
          <p:cNvGrpSpPr/>
          <p:nvPr/>
        </p:nvGrpSpPr>
        <p:grpSpPr>
          <a:xfrm>
            <a:off x="11214856" y="7370362"/>
            <a:ext cx="3070988" cy="505985"/>
            <a:chOff x="6262583" y="7117370"/>
            <a:chExt cx="3070988" cy="505985"/>
          </a:xfrm>
        </p:grpSpPr>
        <p:sp>
          <p:nvSpPr>
            <p:cNvPr id="8" name="Text 4"/>
            <p:cNvSpPr/>
            <p:nvPr/>
          </p:nvSpPr>
          <p:spPr>
            <a:xfrm>
              <a:off x="6812385" y="7161011"/>
              <a:ext cx="2521186" cy="33260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3250"/>
                </a:lnSpc>
                <a:buNone/>
              </a:pPr>
              <a:r>
                <a:rPr lang="en-US" sz="2350" b="1" dirty="0">
                  <a:solidFill>
                    <a:srgbClr val="3B3535"/>
                  </a:solidFill>
                  <a:latin typeface="Roboto Bold" pitchFamily="34" charset="0"/>
                  <a:ea typeface="Roboto Bold" pitchFamily="34" charset="-122"/>
                  <a:cs typeface="Times New Roman" panose="02020603050405020304" pitchFamily="18" charset="0"/>
                </a:rPr>
                <a:t>Rofiat Muhammad</a:t>
              </a:r>
              <a:endParaRPr lang="en-US" sz="2350" dirty="0"/>
            </a:p>
          </p:txBody>
        </p:sp>
        <p:pic>
          <p:nvPicPr>
            <p:cNvPr id="15" name="Picture 14" descr="A blue circle with white letters on it&#10;&#10;AI-generated content may be incorrect.">
              <a:extLst>
                <a:ext uri="{FF2B5EF4-FFF2-40B4-BE49-F238E27FC236}">
                  <a16:creationId xmlns:a16="http://schemas.microsoft.com/office/drawing/2014/main" id="{BF0748B5-DD28-641F-80F6-B13D2BEB85B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2583" y="7117370"/>
              <a:ext cx="505985" cy="505985"/>
            </a:xfrm>
            <a:prstGeom prst="rect">
              <a:avLst/>
            </a:prstGeom>
          </p:spPr>
        </p:pic>
      </p:grpSp>
      <p:sp>
        <p:nvSpPr>
          <p:cNvPr id="13" name="AutoShape 2" descr="Linkedin logo png, Linkedin icon transparent png 18930480 PNG">
            <a:extLst>
              <a:ext uri="{FF2B5EF4-FFF2-40B4-BE49-F238E27FC236}">
                <a16:creationId xmlns:a16="http://schemas.microsoft.com/office/drawing/2014/main" id="{E09BB6B7-8547-850F-5B22-46E8571287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00329" y="537034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Dataset Description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665035" y="1147522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665034" y="1627825"/>
            <a:ext cx="11300331" cy="248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Analyzed 5000 ground truth communities of 731thousand users from Orkut.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Sampled 2M connection edges to study how people self-organize around shared needs.</a:t>
            </a:r>
          </a:p>
          <a:p>
            <a:pPr algn="just"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7BF8F72-62BC-3DB5-F16D-A90004401D7D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5DD5B9C6-65C2-F318-2AE6-BE702F301BBA}"/>
              </a:ext>
            </a:extLst>
          </p:cNvPr>
          <p:cNvSpPr/>
          <p:nvPr/>
        </p:nvSpPr>
        <p:spPr>
          <a:xfrm>
            <a:off x="1665035" y="4532570"/>
            <a:ext cx="11300331" cy="3017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Orkut users also show how people naturally form groups based on their interests, which align with Deen AI.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The goal was to understand a healthy community structure, how users gather around shared interests, and apply the insights into the product principle for Deen AI.</a:t>
            </a:r>
          </a:p>
          <a:p>
            <a:pPr algn="just">
              <a:lnSpc>
                <a:spcPct val="150000"/>
              </a:lnSpc>
            </a:pPr>
            <a:endParaRPr lang="en-US" sz="2500" dirty="0">
              <a:latin typeface="Raleway Medium" pitchFamily="2" charset="0"/>
              <a:ea typeface="Manrope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36D142DD-9945-A15F-CEB5-B5B485CEACFB}"/>
              </a:ext>
            </a:extLst>
          </p:cNvPr>
          <p:cNvSpPr/>
          <p:nvPr/>
        </p:nvSpPr>
        <p:spPr>
          <a:xfrm>
            <a:off x="1665035" y="4120758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A9831-0F4F-2ABE-FB40-5B610EAD1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E474FA9-11D6-103F-3068-3D92A5B27B14}"/>
              </a:ext>
            </a:extLst>
          </p:cNvPr>
          <p:cNvSpPr/>
          <p:nvPr/>
        </p:nvSpPr>
        <p:spPr>
          <a:xfrm>
            <a:off x="5146103" y="421327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Research Questions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F25C964-DDEC-F544-B040-5F44A0D3F8DD}"/>
              </a:ext>
            </a:extLst>
          </p:cNvPr>
          <p:cNvSpPr/>
          <p:nvPr/>
        </p:nvSpPr>
        <p:spPr>
          <a:xfrm>
            <a:off x="1665034" y="1277935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1AA25CD-2432-3D4C-FE4B-81343CC94176}"/>
              </a:ext>
            </a:extLst>
          </p:cNvPr>
          <p:cNvSpPr/>
          <p:nvPr/>
        </p:nvSpPr>
        <p:spPr>
          <a:xfrm>
            <a:off x="1499203" y="1805060"/>
            <a:ext cx="11667331" cy="53057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How dense are real Orkut communities compared to random node sets?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Are ground-truth communities well-separated from the rest of the network?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Do Orkut groups exhibit strong triadic closure (i.e., friends of friends are also friends)?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How cohesive are these communities? Are they connected with subgraphs?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What is the size distribution of high-quality communities (those with strong internal structure)?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</a:rPr>
              <a:t>How many ground-truth communities does a typical user belong to, and how does this relate to their social connectivity (degree)?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C21304-DCBF-FE2D-CD7E-B5C6EAE9ADC8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92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771C-5DA3-3031-721F-8CC2CBB4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37135FC-B3AC-DF66-B77A-E44F5080C49E}"/>
              </a:ext>
            </a:extLst>
          </p:cNvPr>
          <p:cNvSpPr/>
          <p:nvPr/>
        </p:nvSpPr>
        <p:spPr>
          <a:xfrm>
            <a:off x="5000329" y="358378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Analytical Methods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7C3C830-A846-1457-8A8B-43F2942CE242}"/>
              </a:ext>
            </a:extLst>
          </p:cNvPr>
          <p:cNvSpPr/>
          <p:nvPr/>
        </p:nvSpPr>
        <p:spPr>
          <a:xfrm>
            <a:off x="1665035" y="1055846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6CC3D2D-A947-092A-E073-802E5F2994C9}"/>
              </a:ext>
            </a:extLst>
          </p:cNvPr>
          <p:cNvSpPr/>
          <p:nvPr/>
        </p:nvSpPr>
        <p:spPr>
          <a:xfrm>
            <a:off x="1665034" y="1397677"/>
            <a:ext cx="11300331" cy="2464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Google Colab because the Dataset was too heavy.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Pandas and NumPy for data manipulation and statistical computation.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Matplotlib for visualization.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 err="1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NetworkX</a:t>
            </a: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 for graph construction and structural metrics.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D2C6A8-4A32-C450-DDAC-F775C334AED9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12">
            <a:extLst>
              <a:ext uri="{FF2B5EF4-FFF2-40B4-BE49-F238E27FC236}">
                <a16:creationId xmlns:a16="http://schemas.microsoft.com/office/drawing/2014/main" id="{46DCCF88-0BC5-FE23-AEEE-29E8D0A09727}"/>
              </a:ext>
            </a:extLst>
          </p:cNvPr>
          <p:cNvSpPr/>
          <p:nvPr/>
        </p:nvSpPr>
        <p:spPr>
          <a:xfrm>
            <a:off x="1665035" y="4114800"/>
            <a:ext cx="11300331" cy="345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I also defined the following metrics: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Density: Ratio of </a:t>
            </a:r>
            <a:r>
              <a:rPr lang="en-US" sz="250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actual edges to </a:t>
            </a: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possible edges in </a:t>
            </a:r>
            <a:r>
              <a:rPr lang="en-US" sz="250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 community.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Separability: Ratio of actual internal edges to external edges.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Triadic Closure: Fraction for users in one triangle at least (if friends of friends are friends).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Cohesiveness: whether the induced subgraph is connected.</a:t>
            </a:r>
          </a:p>
          <a:p>
            <a:pPr algn="just">
              <a:lnSpc>
                <a:spcPct val="150000"/>
              </a:lnSpc>
            </a:pPr>
            <a:endParaRPr lang="en-US" sz="2500" dirty="0">
              <a:latin typeface="Raleway Medium" pitchFamily="2" charset="0"/>
            </a:endParaRPr>
          </a:p>
        </p:txBody>
      </p:sp>
      <p:sp>
        <p:nvSpPr>
          <p:cNvPr id="5" name="Shape 10">
            <a:extLst>
              <a:ext uri="{FF2B5EF4-FFF2-40B4-BE49-F238E27FC236}">
                <a16:creationId xmlns:a16="http://schemas.microsoft.com/office/drawing/2014/main" id="{A0179636-25BE-E664-0F5B-65E05BF6E6A2}"/>
              </a:ext>
            </a:extLst>
          </p:cNvPr>
          <p:cNvSpPr/>
          <p:nvPr/>
        </p:nvSpPr>
        <p:spPr>
          <a:xfrm>
            <a:off x="1665035" y="3814006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50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1282" y="418691"/>
            <a:ext cx="780783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450"/>
              </a:lnSpc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Key Findings and Visualizations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23014E-FF03-8557-C83A-9B7D4CB1F056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9F84B7-E39B-B289-F7A6-8F56CDD6E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83160"/>
              </p:ext>
            </p:extLst>
          </p:nvPr>
        </p:nvGraphicFramePr>
        <p:xfrm>
          <a:off x="1627631" y="1591057"/>
          <a:ext cx="11375136" cy="5790843"/>
        </p:xfrm>
        <a:graphic>
          <a:graphicData uri="http://schemas.openxmlformats.org/drawingml/2006/table">
            <a:tbl>
              <a:tblPr firstRow="1" firstCol="1" bandRow="1">
                <a:tableStyleId>{D7AC3CCA-C797-4891-BE02-D94E43425B78}</a:tableStyleId>
              </a:tblPr>
              <a:tblGrid>
                <a:gridCol w="2843176">
                  <a:extLst>
                    <a:ext uri="{9D8B030D-6E8A-4147-A177-3AD203B41FA5}">
                      <a16:colId xmlns:a16="http://schemas.microsoft.com/office/drawing/2014/main" val="1233268652"/>
                    </a:ext>
                  </a:extLst>
                </a:gridCol>
                <a:gridCol w="2843176">
                  <a:extLst>
                    <a:ext uri="{9D8B030D-6E8A-4147-A177-3AD203B41FA5}">
                      <a16:colId xmlns:a16="http://schemas.microsoft.com/office/drawing/2014/main" val="803262064"/>
                    </a:ext>
                  </a:extLst>
                </a:gridCol>
                <a:gridCol w="2844392">
                  <a:extLst>
                    <a:ext uri="{9D8B030D-6E8A-4147-A177-3AD203B41FA5}">
                      <a16:colId xmlns:a16="http://schemas.microsoft.com/office/drawing/2014/main" val="405424706"/>
                    </a:ext>
                  </a:extLst>
                </a:gridCol>
                <a:gridCol w="2844392">
                  <a:extLst>
                    <a:ext uri="{9D8B030D-6E8A-4147-A177-3AD203B41FA5}">
                      <a16:colId xmlns:a16="http://schemas.microsoft.com/office/drawing/2014/main" val="3958889497"/>
                    </a:ext>
                  </a:extLst>
                </a:gridCol>
              </a:tblGrid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 Summary</a:t>
                      </a:r>
                      <a:endParaRPr lang="en-US" sz="2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Density 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Separability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2499467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1313848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0.006684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93600.049628</a:t>
                      </a:r>
                      <a:endParaRPr lang="en-US" sz="2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0.056056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0252308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Std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0.035861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291300.535376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0.166761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04271985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5866076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9846268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7910561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75%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0.001514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0.123915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8760158"/>
                  </a:ext>
                </a:extLst>
              </a:tr>
              <a:tr h="6434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0.794872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1000000</a:t>
                      </a:r>
                      <a:endParaRPr lang="en-US" sz="2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0099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111B9-E765-D0EC-897E-95A64A483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5182A9-637A-5D47-9F61-4AF8D72DB55D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4BB0A00E-F2EB-B79E-9540-6433B81268B5}"/>
              </a:ext>
            </a:extLst>
          </p:cNvPr>
          <p:cNvSpPr/>
          <p:nvPr/>
        </p:nvSpPr>
        <p:spPr>
          <a:xfrm>
            <a:off x="5000329" y="206680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450"/>
              </a:lnSpc>
            </a:pPr>
            <a:r>
              <a:rPr lang="en-US" sz="40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Key Findings and Visualizations</a:t>
            </a:r>
            <a:endParaRPr lang="en-US" sz="4000" dirty="0">
              <a:latin typeface="Raleway ExtraBold" pitchFamily="2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1D372DA-B1A5-71DF-6277-95063890A6D9}"/>
              </a:ext>
            </a:extLst>
          </p:cNvPr>
          <p:cNvSpPr/>
          <p:nvPr/>
        </p:nvSpPr>
        <p:spPr>
          <a:xfrm>
            <a:off x="2331951" y="7132321"/>
            <a:ext cx="9163879" cy="50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500" i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Fig. 1: Chart showing when the anomalies happened</a:t>
            </a:r>
            <a:endParaRPr lang="en-US" sz="2500" i="1" dirty="0">
              <a:latin typeface="Raleway Medium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D3630E-9781-C80D-F980-251111EE9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269" y="1144416"/>
            <a:ext cx="8002937" cy="569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52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86CCD9B-1808-6913-3BF0-772AD0C2BABC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EC73E27D-D344-DD97-B048-8FEDDAFCFC8E}"/>
              </a:ext>
            </a:extLst>
          </p:cNvPr>
          <p:cNvSpPr/>
          <p:nvPr/>
        </p:nvSpPr>
        <p:spPr>
          <a:xfrm>
            <a:off x="2733259" y="6933201"/>
            <a:ext cx="9163879" cy="505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500" i="1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Fig 2: size distribution of the communities.</a:t>
            </a:r>
            <a:endParaRPr lang="en-US" sz="2500" i="1" dirty="0">
              <a:latin typeface="Raleway Medium" pitchFamily="2" charset="0"/>
            </a:endParaRPr>
          </a:p>
        </p:txBody>
      </p:sp>
      <p:pic>
        <p:nvPicPr>
          <p:cNvPr id="2" name="Picture 1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F2227613-BD08-FCAF-3BFF-5C9BD41E3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471" y="621792"/>
            <a:ext cx="11289456" cy="602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713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269F4-59DC-D307-3B95-B32165694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208D6F1-721D-E8B8-1F0E-20352AA8F994}"/>
              </a:ext>
            </a:extLst>
          </p:cNvPr>
          <p:cNvSpPr/>
          <p:nvPr/>
        </p:nvSpPr>
        <p:spPr>
          <a:xfrm>
            <a:off x="5000329" y="620487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Key Findings and Visualizations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81DDD67-2A62-3EE7-801D-ACDDBEA68016}"/>
              </a:ext>
            </a:extLst>
          </p:cNvPr>
          <p:cNvSpPr/>
          <p:nvPr/>
        </p:nvSpPr>
        <p:spPr>
          <a:xfrm>
            <a:off x="1665033" y="1474830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AA988D3-143F-6CC9-1F30-15A9D5442BDC}"/>
              </a:ext>
            </a:extLst>
          </p:cNvPr>
          <p:cNvSpPr/>
          <p:nvPr/>
        </p:nvSpPr>
        <p:spPr>
          <a:xfrm>
            <a:off x="1665034" y="1861853"/>
            <a:ext cx="11300331" cy="577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1,953× denser than random.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90.6% of communities have more external than internal edges.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Real communities have a clustering score of 0.0561, while the random sets score near 0.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Only 0.6% of communities are fully connected.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Median size of high-quality communities is 223 users, which shows that the communities are medium-scale.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Average membership per user: 1.5, Median: 1. Most users belong to only one group, suggesting focused intent.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500" dirty="0">
              <a:latin typeface="Raleway Medium" pitchFamily="2" charset="0"/>
              <a:ea typeface="Manrope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49B0B74-31E6-3852-908F-3DC914324BF0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28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480B1-FBB1-09B0-D9AC-F1BB6243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3012B43-F0F6-C3DE-AE60-B2F16BC345CF}"/>
              </a:ext>
            </a:extLst>
          </p:cNvPr>
          <p:cNvSpPr/>
          <p:nvPr/>
        </p:nvSpPr>
        <p:spPr>
          <a:xfrm>
            <a:off x="5000329" y="172979"/>
            <a:ext cx="4338194" cy="697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45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aleway ExtraBold" pitchFamily="2" charset="0"/>
                <a:ea typeface="Red Hat Text" pitchFamily="34" charset="-122"/>
                <a:cs typeface="Red Hat Text" pitchFamily="34" charset="-120"/>
              </a:rPr>
              <a:t>Implications for Deen AI</a:t>
            </a:r>
            <a:endParaRPr lang="en-US" sz="4400" dirty="0">
              <a:latin typeface="Raleway ExtraBold" pitchFamily="2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B610386-7D7F-0704-9559-5AF9172F667A}"/>
              </a:ext>
            </a:extLst>
          </p:cNvPr>
          <p:cNvSpPr/>
          <p:nvPr/>
        </p:nvSpPr>
        <p:spPr>
          <a:xfrm>
            <a:off x="1665035" y="870447"/>
            <a:ext cx="11300331" cy="237173"/>
          </a:xfrm>
          <a:prstGeom prst="roundRect">
            <a:avLst>
              <a:gd name="adj" fmla="val 15001"/>
            </a:avLst>
          </a:prstGeom>
          <a:solidFill>
            <a:srgbClr val="F3E8E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C36A7D8-C934-B087-C6B1-6E7E8139CCBB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0D6C7782-4C13-D3E0-E249-860AFF9EABCA}"/>
              </a:ext>
            </a:extLst>
          </p:cNvPr>
          <p:cNvSpPr/>
          <p:nvPr/>
        </p:nvSpPr>
        <p:spPr>
          <a:xfrm>
            <a:off x="1665035" y="1107620"/>
            <a:ext cx="11300331" cy="577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Users are seeking connection, so Deen AI should offer features that reflect intentionality.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Deen AI can work with this by building flexible user profiles, recommending content across overlapping interests.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Deen AI should help users form small interest-based groups by connecting people and recommending similar faith habits.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For Deen AI, this shows that real users may join the same faith-focused space but remain disconnected in practice.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Raleway Medium" pitchFamily="2" charset="0"/>
                <a:ea typeface="Manrope" pitchFamily="34" charset="-122"/>
                <a:cs typeface="Times New Roman" panose="02020603050405020304" pitchFamily="18" charset="0"/>
              </a:rPr>
              <a:t>Users often begin their spiritual journey with one clear need. Deen AI should meet their exact needs and not overwhelm choices. </a:t>
            </a:r>
          </a:p>
        </p:txBody>
      </p:sp>
    </p:spTree>
    <p:extLst>
      <p:ext uri="{BB962C8B-B14F-4D97-AF65-F5344CB8AC3E}">
        <p14:creationId xmlns:p14="http://schemas.microsoft.com/office/powerpoint/2010/main" val="3851628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39549" y="38234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dirty="0">
                <a:solidFill>
                  <a:srgbClr val="1B1B27"/>
                </a:solidFill>
                <a:latin typeface="Raleway ExtraBold" pitchFamily="2" charset="0"/>
                <a:ea typeface="Raleway" pitchFamily="34" charset="-122"/>
                <a:cs typeface="Raleway" pitchFamily="34" charset="-120"/>
              </a:rPr>
              <a:t>Thank </a:t>
            </a:r>
            <a:r>
              <a:rPr lang="en-US" sz="6000" i="1" dirty="0">
                <a:solidFill>
                  <a:srgbClr val="1B1B27"/>
                </a:solidFill>
                <a:latin typeface="Raleway ExtraBold" pitchFamily="2" charset="0"/>
                <a:ea typeface="Raleway" pitchFamily="34" charset="-122"/>
                <a:cs typeface="Raleway" pitchFamily="34" charset="-120"/>
              </a:rPr>
              <a:t>You</a:t>
            </a:r>
            <a:endParaRPr lang="en-US" sz="6000" i="1" dirty="0">
              <a:latin typeface="Raleway ExtraBold" pitchFamily="2" charset="0"/>
            </a:endParaRPr>
          </a:p>
        </p:txBody>
      </p:sp>
      <p:sp>
        <p:nvSpPr>
          <p:cNvPr id="5" name="Shape 2"/>
          <p:cNvSpPr/>
          <p:nvPr/>
        </p:nvSpPr>
        <p:spPr>
          <a:xfrm flipH="1">
            <a:off x="1659150" y="3385107"/>
            <a:ext cx="45719" cy="1644094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579E4E-9B46-A226-657B-0B2373747F61}"/>
              </a:ext>
            </a:extLst>
          </p:cNvPr>
          <p:cNvSpPr/>
          <p:nvPr/>
        </p:nvSpPr>
        <p:spPr>
          <a:xfrm>
            <a:off x="12554175" y="7637930"/>
            <a:ext cx="1968649" cy="505609"/>
          </a:xfrm>
          <a:prstGeom prst="roundRect">
            <a:avLst/>
          </a:prstGeom>
          <a:solidFill>
            <a:srgbClr val="FFFAFA"/>
          </a:solidFill>
          <a:ln>
            <a:solidFill>
              <a:srgbClr val="FF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558</Words>
  <Application>Microsoft Office PowerPoint</Application>
  <PresentationFormat>Custom</PresentationFormat>
  <Paragraphs>91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Raleway ExtraBold</vt:lpstr>
      <vt:lpstr>Arial</vt:lpstr>
      <vt:lpstr>Raleway SemiBold</vt:lpstr>
      <vt:lpstr>Roboto Bold</vt:lpstr>
      <vt:lpstr>Raleway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Rofiat Muhammad</cp:lastModifiedBy>
  <cp:revision>56</cp:revision>
  <dcterms:created xsi:type="dcterms:W3CDTF">2025-04-29T10:32:26Z</dcterms:created>
  <dcterms:modified xsi:type="dcterms:W3CDTF">2025-12-05T19:59:09Z</dcterms:modified>
</cp:coreProperties>
</file>